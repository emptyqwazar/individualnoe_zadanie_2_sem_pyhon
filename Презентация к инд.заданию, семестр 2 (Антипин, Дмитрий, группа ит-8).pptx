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66" r:id="rId5"/>
    <p:sldId id="260" r:id="rId6"/>
    <p:sldId id="273" r:id="rId7"/>
    <p:sldId id="267" r:id="rId8"/>
    <p:sldId id="268" r:id="rId9"/>
    <p:sldId id="270" r:id="rId10"/>
    <p:sldId id="271" r:id="rId11"/>
    <p:sldId id="263" r:id="rId12"/>
    <p:sldId id="272" r:id="rId13"/>
    <p:sldId id="26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C118C6-7036-4C7F-BA2D-46EAD9BBA135}" v="2" dt="2026-06-22T05:47:10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lin Iosif" userId="f6dc6f5d266124aa" providerId="LiveId" clId="{48C118C6-7036-4C7F-BA2D-46EAD9BBA135}"/>
    <pc:docChg chg="undo custSel addSld modSld">
      <pc:chgData name="Stalin Iosif" userId="f6dc6f5d266124aa" providerId="LiveId" clId="{48C118C6-7036-4C7F-BA2D-46EAD9BBA135}" dt="2026-06-22T14:35:26.764" v="536" actId="20577"/>
      <pc:docMkLst>
        <pc:docMk/>
      </pc:docMkLst>
      <pc:sldChg chg="modSp mod">
        <pc:chgData name="Stalin Iosif" userId="f6dc6f5d266124aa" providerId="LiveId" clId="{48C118C6-7036-4C7F-BA2D-46EAD9BBA135}" dt="2026-06-22T05:26:53.932" v="248" actId="255"/>
        <pc:sldMkLst>
          <pc:docMk/>
          <pc:sldMk cId="0" sldId="257"/>
        </pc:sldMkLst>
        <pc:spChg chg="mod">
          <ac:chgData name="Stalin Iosif" userId="f6dc6f5d266124aa" providerId="LiveId" clId="{48C118C6-7036-4C7F-BA2D-46EAD9BBA135}" dt="2026-06-22T05:26:53.932" v="248" actId="255"/>
          <ac:spMkLst>
            <pc:docMk/>
            <pc:sldMk cId="0" sldId="257"/>
            <ac:spMk id="2" creationId="{84AB84DD-9FA2-BC09-B91A-0C85E8843370}"/>
          </ac:spMkLst>
        </pc:spChg>
      </pc:sldChg>
      <pc:sldChg chg="modSp mod">
        <pc:chgData name="Stalin Iosif" userId="f6dc6f5d266124aa" providerId="LiveId" clId="{48C118C6-7036-4C7F-BA2D-46EAD9BBA135}" dt="2026-06-22T05:26:44.168" v="247" actId="27636"/>
        <pc:sldMkLst>
          <pc:docMk/>
          <pc:sldMk cId="0" sldId="258"/>
        </pc:sldMkLst>
        <pc:spChg chg="mod">
          <ac:chgData name="Stalin Iosif" userId="f6dc6f5d266124aa" providerId="LiveId" clId="{48C118C6-7036-4C7F-BA2D-46EAD9BBA135}" dt="2026-06-22T05:26:44.168" v="247" actId="27636"/>
          <ac:spMkLst>
            <pc:docMk/>
            <pc:sldMk cId="0" sldId="258"/>
            <ac:spMk id="2" creationId="{A52A6A7C-A76F-CBBE-5929-104EDB23AE88}"/>
          </ac:spMkLst>
        </pc:spChg>
      </pc:sldChg>
      <pc:sldChg chg="modSp mod">
        <pc:chgData name="Stalin Iosif" userId="f6dc6f5d266124aa" providerId="LiveId" clId="{48C118C6-7036-4C7F-BA2D-46EAD9BBA135}" dt="2026-06-22T05:29:23.865" v="350" actId="255"/>
        <pc:sldMkLst>
          <pc:docMk/>
          <pc:sldMk cId="0" sldId="260"/>
        </pc:sldMkLst>
        <pc:spChg chg="mod">
          <ac:chgData name="Stalin Iosif" userId="f6dc6f5d266124aa" providerId="LiveId" clId="{48C118C6-7036-4C7F-BA2D-46EAD9BBA135}" dt="2026-06-22T05:29:23.865" v="350" actId="255"/>
          <ac:spMkLst>
            <pc:docMk/>
            <pc:sldMk cId="0" sldId="260"/>
            <ac:spMk id="2" creationId="{669AFF2E-6B63-1322-93D1-8F5EA0160894}"/>
          </ac:spMkLst>
        </pc:spChg>
      </pc:sldChg>
      <pc:sldChg chg="modSp mod">
        <pc:chgData name="Stalin Iosif" userId="f6dc6f5d266124aa" providerId="LiveId" clId="{48C118C6-7036-4C7F-BA2D-46EAD9BBA135}" dt="2026-06-22T05:03:14.874" v="91"/>
        <pc:sldMkLst>
          <pc:docMk/>
          <pc:sldMk cId="0" sldId="263"/>
        </pc:sldMkLst>
        <pc:spChg chg="mod">
          <ac:chgData name="Stalin Iosif" userId="f6dc6f5d266124aa" providerId="LiveId" clId="{48C118C6-7036-4C7F-BA2D-46EAD9BBA135}" dt="2026-06-22T05:03:14.874" v="91"/>
          <ac:spMkLst>
            <pc:docMk/>
            <pc:sldMk cId="0" sldId="263"/>
            <ac:spMk id="2" creationId="{D3D10755-22C4-628F-C01C-C0004ED2409E}"/>
          </ac:spMkLst>
        </pc:spChg>
      </pc:sldChg>
      <pc:sldChg chg="modSp mod">
        <pc:chgData name="Stalin Iosif" userId="f6dc6f5d266124aa" providerId="LiveId" clId="{48C118C6-7036-4C7F-BA2D-46EAD9BBA135}" dt="2026-06-22T14:35:26.764" v="536" actId="20577"/>
        <pc:sldMkLst>
          <pc:docMk/>
          <pc:sldMk cId="0" sldId="264"/>
        </pc:sldMkLst>
        <pc:spChg chg="mod">
          <ac:chgData name="Stalin Iosif" userId="f6dc6f5d266124aa" providerId="LiveId" clId="{48C118C6-7036-4C7F-BA2D-46EAD9BBA135}" dt="2026-06-22T14:35:26.764" v="536" actId="20577"/>
          <ac:spMkLst>
            <pc:docMk/>
            <pc:sldMk cId="0" sldId="264"/>
            <ac:spMk id="2" creationId="{D345124E-4920-73B2-04B9-F3358E601ECF}"/>
          </ac:spMkLst>
        </pc:spChg>
      </pc:sldChg>
      <pc:sldChg chg="addSp delSp modSp mod">
        <pc:chgData name="Stalin Iosif" userId="f6dc6f5d266124aa" providerId="LiveId" clId="{48C118C6-7036-4C7F-BA2D-46EAD9BBA135}" dt="2026-06-22T05:37:52.374" v="439" actId="20577"/>
        <pc:sldMkLst>
          <pc:docMk/>
          <pc:sldMk cId="0" sldId="266"/>
        </pc:sldMkLst>
        <pc:spChg chg="mod">
          <ac:chgData name="Stalin Iosif" userId="f6dc6f5d266124aa" providerId="LiveId" clId="{48C118C6-7036-4C7F-BA2D-46EAD9BBA135}" dt="2026-06-22T05:37:52.374" v="439" actId="20577"/>
          <ac:spMkLst>
            <pc:docMk/>
            <pc:sldMk cId="0" sldId="266"/>
            <ac:spMk id="3" creationId="{01C22B86-7FAD-7CFA-C1F2-0DFE318D95B9}"/>
          </ac:spMkLst>
        </pc:spChg>
        <pc:picChg chg="add del mod">
          <ac:chgData name="Stalin Iosif" userId="f6dc6f5d266124aa" providerId="LiveId" clId="{48C118C6-7036-4C7F-BA2D-46EAD9BBA135}" dt="2026-06-22T05:37:18.326" v="417" actId="21"/>
          <ac:picMkLst>
            <pc:docMk/>
            <pc:sldMk cId="0" sldId="266"/>
            <ac:picMk id="5" creationId="{C5B3A5A8-5878-58AA-4EAC-32B18C08E6A9}"/>
          </ac:picMkLst>
        </pc:picChg>
        <pc:picChg chg="add mod">
          <ac:chgData name="Stalin Iosif" userId="f6dc6f5d266124aa" providerId="LiveId" clId="{48C118C6-7036-4C7F-BA2D-46EAD9BBA135}" dt="2026-06-22T05:37:36.616" v="420" actId="14100"/>
          <ac:picMkLst>
            <pc:docMk/>
            <pc:sldMk cId="0" sldId="266"/>
            <ac:picMk id="7" creationId="{8AF94698-1B95-4C98-4193-D86183575AFA}"/>
          </ac:picMkLst>
        </pc:picChg>
      </pc:sldChg>
      <pc:sldChg chg="modSp mod">
        <pc:chgData name="Stalin Iosif" userId="f6dc6f5d266124aa" providerId="LiveId" clId="{48C118C6-7036-4C7F-BA2D-46EAD9BBA135}" dt="2026-06-22T05:02:07.822" v="40" actId="20577"/>
        <pc:sldMkLst>
          <pc:docMk/>
          <pc:sldMk cId="0" sldId="268"/>
        </pc:sldMkLst>
        <pc:spChg chg="mod">
          <ac:chgData name="Stalin Iosif" userId="f6dc6f5d266124aa" providerId="LiveId" clId="{48C118C6-7036-4C7F-BA2D-46EAD9BBA135}" dt="2026-06-22T05:02:07.822" v="40" actId="20577"/>
          <ac:spMkLst>
            <pc:docMk/>
            <pc:sldMk cId="0" sldId="268"/>
            <ac:spMk id="2" creationId="{97991D10-0397-C721-414F-4BFA85165068}"/>
          </ac:spMkLst>
        </pc:spChg>
      </pc:sldChg>
      <pc:sldChg chg="modSp mod">
        <pc:chgData name="Stalin Iosif" userId="f6dc6f5d266124aa" providerId="LiveId" clId="{48C118C6-7036-4C7F-BA2D-46EAD9BBA135}" dt="2026-06-22T05:38:05.655" v="441" actId="207"/>
        <pc:sldMkLst>
          <pc:docMk/>
          <pc:sldMk cId="0" sldId="269"/>
        </pc:sldMkLst>
        <pc:spChg chg="mod">
          <ac:chgData name="Stalin Iosif" userId="f6dc6f5d266124aa" providerId="LiveId" clId="{48C118C6-7036-4C7F-BA2D-46EAD9BBA135}" dt="2026-06-22T05:38:01.892" v="440" actId="207"/>
          <ac:spMkLst>
            <pc:docMk/>
            <pc:sldMk cId="0" sldId="269"/>
            <ac:spMk id="3" creationId="{2982B2B6-1C61-75F1-2661-D5CAD30FE301}"/>
          </ac:spMkLst>
        </pc:spChg>
        <pc:spChg chg="mod">
          <ac:chgData name="Stalin Iosif" userId="f6dc6f5d266124aa" providerId="LiveId" clId="{48C118C6-7036-4C7F-BA2D-46EAD9BBA135}" dt="2026-06-22T05:38:05.655" v="441" actId="207"/>
          <ac:spMkLst>
            <pc:docMk/>
            <pc:sldMk cId="0" sldId="269"/>
            <ac:spMk id="4" creationId="{5993216D-4881-13D5-87DC-354C0FD22C9E}"/>
          </ac:spMkLst>
        </pc:spChg>
      </pc:sldChg>
      <pc:sldChg chg="modSp mod">
        <pc:chgData name="Stalin Iosif" userId="f6dc6f5d266124aa" providerId="LiveId" clId="{48C118C6-7036-4C7F-BA2D-46EAD9BBA135}" dt="2026-06-22T05:02:53.616" v="88" actId="207"/>
        <pc:sldMkLst>
          <pc:docMk/>
          <pc:sldMk cId="0" sldId="270"/>
        </pc:sldMkLst>
        <pc:spChg chg="mod">
          <ac:chgData name="Stalin Iosif" userId="f6dc6f5d266124aa" providerId="LiveId" clId="{48C118C6-7036-4C7F-BA2D-46EAD9BBA135}" dt="2026-06-22T05:02:53.616" v="88" actId="207"/>
          <ac:spMkLst>
            <pc:docMk/>
            <pc:sldMk cId="0" sldId="270"/>
            <ac:spMk id="2" creationId="{E871FB2A-D6EA-0BD5-32A1-748C37EA8669}"/>
          </ac:spMkLst>
        </pc:spChg>
      </pc:sldChg>
      <pc:sldChg chg="modSp mod">
        <pc:chgData name="Stalin Iosif" userId="f6dc6f5d266124aa" providerId="LiveId" clId="{48C118C6-7036-4C7F-BA2D-46EAD9BBA135}" dt="2026-06-22T05:03:10.315" v="90" actId="207"/>
        <pc:sldMkLst>
          <pc:docMk/>
          <pc:sldMk cId="0" sldId="271"/>
        </pc:sldMkLst>
        <pc:spChg chg="mod">
          <ac:chgData name="Stalin Iosif" userId="f6dc6f5d266124aa" providerId="LiveId" clId="{48C118C6-7036-4C7F-BA2D-46EAD9BBA135}" dt="2026-06-22T05:03:10.315" v="90" actId="207"/>
          <ac:spMkLst>
            <pc:docMk/>
            <pc:sldMk cId="0" sldId="271"/>
            <ac:spMk id="2" creationId="{E8011DC5-2FB5-DE89-3BD3-F1B6ECB4AF2D}"/>
          </ac:spMkLst>
        </pc:spChg>
      </pc:sldChg>
      <pc:sldChg chg="modSp mod">
        <pc:chgData name="Stalin Iosif" userId="f6dc6f5d266124aa" providerId="LiveId" clId="{48C118C6-7036-4C7F-BA2D-46EAD9BBA135}" dt="2026-06-22T05:03:18.837" v="92"/>
        <pc:sldMkLst>
          <pc:docMk/>
          <pc:sldMk cId="1149303165" sldId="272"/>
        </pc:sldMkLst>
        <pc:spChg chg="mod">
          <ac:chgData name="Stalin Iosif" userId="f6dc6f5d266124aa" providerId="LiveId" clId="{48C118C6-7036-4C7F-BA2D-46EAD9BBA135}" dt="2026-06-22T05:03:18.837" v="92"/>
          <ac:spMkLst>
            <pc:docMk/>
            <pc:sldMk cId="1149303165" sldId="272"/>
            <ac:spMk id="2" creationId="{485F84BC-48BD-1188-548C-7F54DBD56440}"/>
          </ac:spMkLst>
        </pc:spChg>
      </pc:sldChg>
      <pc:sldChg chg="addSp delSp modSp new mod">
        <pc:chgData name="Stalin Iosif" userId="f6dc6f5d266124aa" providerId="LiveId" clId="{48C118C6-7036-4C7F-BA2D-46EAD9BBA135}" dt="2026-06-22T05:48:09.619" v="529" actId="5793"/>
        <pc:sldMkLst>
          <pc:docMk/>
          <pc:sldMk cId="1827832951" sldId="273"/>
        </pc:sldMkLst>
        <pc:spChg chg="mod">
          <ac:chgData name="Stalin Iosif" userId="f6dc6f5d266124aa" providerId="LiveId" clId="{48C118C6-7036-4C7F-BA2D-46EAD9BBA135}" dt="2026-06-22T05:41:28.378" v="466" actId="20577"/>
          <ac:spMkLst>
            <pc:docMk/>
            <pc:sldMk cId="1827832951" sldId="273"/>
            <ac:spMk id="2" creationId="{7998B13D-16BC-3DE7-39C3-DBEE8FBF81EB}"/>
          </ac:spMkLst>
        </pc:spChg>
        <pc:spChg chg="mod">
          <ac:chgData name="Stalin Iosif" userId="f6dc6f5d266124aa" providerId="LiveId" clId="{48C118C6-7036-4C7F-BA2D-46EAD9BBA135}" dt="2026-06-22T05:48:09.619" v="529" actId="5793"/>
          <ac:spMkLst>
            <pc:docMk/>
            <pc:sldMk cId="1827832951" sldId="273"/>
            <ac:spMk id="3" creationId="{9DC78761-98B4-F196-CD3A-E7412E81949D}"/>
          </ac:spMkLst>
        </pc:spChg>
        <pc:picChg chg="add del mod">
          <ac:chgData name="Stalin Iosif" userId="f6dc6f5d266124aa" providerId="LiveId" clId="{48C118C6-7036-4C7F-BA2D-46EAD9BBA135}" dt="2026-06-22T05:47:09.021" v="479" actId="21"/>
          <ac:picMkLst>
            <pc:docMk/>
            <pc:sldMk cId="1827832951" sldId="273"/>
            <ac:picMk id="5" creationId="{9E89C1D1-37C4-EC59-9929-F2625DFEA56E}"/>
          </ac:picMkLst>
        </pc:picChg>
        <pc:picChg chg="add del mod">
          <ac:chgData name="Stalin Iosif" userId="f6dc6f5d266124aa" providerId="LiveId" clId="{48C118C6-7036-4C7F-BA2D-46EAD9BBA135}" dt="2026-06-22T05:47:04.080" v="478" actId="21"/>
          <ac:picMkLst>
            <pc:docMk/>
            <pc:sldMk cId="1827832951" sldId="273"/>
            <ac:picMk id="7" creationId="{02A819CD-D6D7-A0A6-31D0-A066F8864E99}"/>
          </ac:picMkLst>
        </pc:picChg>
        <pc:picChg chg="add del mod">
          <ac:chgData name="Stalin Iosif" userId="f6dc6f5d266124aa" providerId="LiveId" clId="{48C118C6-7036-4C7F-BA2D-46EAD9BBA135}" dt="2026-06-22T05:47:10.734" v="481"/>
          <ac:picMkLst>
            <pc:docMk/>
            <pc:sldMk cId="1827832951" sldId="273"/>
            <ac:picMk id="8" creationId="{564A1F4B-2D74-B226-8DAC-0C97255F3140}"/>
          </ac:picMkLst>
        </pc:picChg>
        <pc:picChg chg="add mod">
          <ac:chgData name="Stalin Iosif" userId="f6dc6f5d266124aa" providerId="LiveId" clId="{48C118C6-7036-4C7F-BA2D-46EAD9BBA135}" dt="2026-06-22T05:48:06.661" v="528" actId="1076"/>
          <ac:picMkLst>
            <pc:docMk/>
            <pc:sldMk cId="1827832951" sldId="273"/>
            <ac:picMk id="10" creationId="{1EC092E4-A28C-A676-725C-D7FC2E90DA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00677-1970-4286-8393-47FCA13EA082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2CF0F-C669-487E-A11E-1ABBD0147F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61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2CF0F-C669-487E-A11E-1ABBD0147F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06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EFEA56C-27FB-3A24-8BCC-FFB730D7EDE5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Заголовокзаголовок">
            <a:extLst>
              <a:ext uri="{FF2B5EF4-FFF2-40B4-BE49-F238E27FC236}">
                <a16:creationId xmlns:a16="http://schemas.microsoft.com/office/drawing/2014/main" id="{B507B3A5-1A12-4A07-3120-55BF97E94F7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43209" y="2858514"/>
            <a:ext cx="9144000" cy="1668286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ru-RU"/>
              <a:t>Заголовокзаголовок</a:t>
            </a:r>
          </a:p>
        </p:txBody>
      </p:sp>
      <p:sp>
        <p:nvSpPr>
          <p:cNvPr id="4" name="Уровень текста 1…">
            <a:extLst>
              <a:ext uri="{FF2B5EF4-FFF2-40B4-BE49-F238E27FC236}">
                <a16:creationId xmlns:a16="http://schemas.microsoft.com/office/drawing/2014/main" id="{B1CF7749-7930-B517-7EF3-B3921FA3AF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43209" y="4700793"/>
            <a:ext cx="9144000" cy="678713"/>
          </a:xfrm>
        </p:spPr>
        <p:txBody>
          <a:bodyPr/>
          <a:lstStyle>
            <a:lvl1pPr marL="0" indent="0">
              <a:buNone/>
              <a:defRPr sz="2400">
                <a:solidFill>
                  <a:srgbClr val="262626"/>
                </a:solidFill>
              </a:defRPr>
            </a:lvl1pPr>
            <a:lvl2pPr marL="0" indent="457200">
              <a:buNone/>
              <a:defRPr sz="2400">
                <a:solidFill>
                  <a:srgbClr val="262626"/>
                </a:solidFill>
              </a:defRPr>
            </a:lvl2pPr>
            <a:lvl3pPr marL="0" indent="914400">
              <a:buNone/>
              <a:defRPr sz="2400">
                <a:solidFill>
                  <a:srgbClr val="262626"/>
                </a:solidFill>
              </a:defRPr>
            </a:lvl3pPr>
            <a:lvl4pPr marL="0" indent="1371600">
              <a:buNone/>
              <a:defRPr sz="2400">
                <a:solidFill>
                  <a:srgbClr val="262626"/>
                </a:solidFill>
              </a:defRPr>
            </a:lvl4pPr>
            <a:lvl5pPr marL="0" indent="1828800">
              <a:buNone/>
              <a:defRPr sz="2400">
                <a:solidFill>
                  <a:srgbClr val="262626"/>
                </a:solidFill>
              </a:defRPr>
            </a:lvl5pPr>
          </a:lstStyle>
          <a:p>
            <a:pPr lvl="0"/>
            <a:r>
              <a:rPr lang="ru-RU"/>
              <a:t>подзаголовок</a:t>
            </a:r>
          </a:p>
          <a:p>
            <a:pPr lvl="1"/>
            <a:endParaRPr lang="ru-RU"/>
          </a:p>
          <a:p>
            <a:pPr lvl="2"/>
            <a:endParaRPr lang="ru-RU"/>
          </a:p>
          <a:p>
            <a:pPr lvl="3"/>
            <a:endParaRPr lang="ru-RU"/>
          </a:p>
          <a:p>
            <a:pPr lvl="4"/>
            <a:endParaRPr lang="ru-RU"/>
          </a:p>
        </p:txBody>
      </p:sp>
      <p:pic>
        <p:nvPicPr>
          <p:cNvPr id="5" name="Рисунок 8" descr="Рисунок 8">
            <a:extLst>
              <a:ext uri="{FF2B5EF4-FFF2-40B4-BE49-F238E27FC236}">
                <a16:creationId xmlns:a16="http://schemas.microsoft.com/office/drawing/2014/main" id="{E7287C5F-9ECD-6418-3815-12074928F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47" y="764785"/>
            <a:ext cx="1237046" cy="123704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Прямоугольник 9">
            <a:extLst>
              <a:ext uri="{FF2B5EF4-FFF2-40B4-BE49-F238E27FC236}">
                <a16:creationId xmlns:a16="http://schemas.microsoft.com/office/drawing/2014/main" id="{938AB120-939D-A15A-A4A7-25667E177B3E}"/>
              </a:ext>
            </a:extLst>
          </p:cNvPr>
          <p:cNvSpPr/>
          <p:nvPr/>
        </p:nvSpPr>
        <p:spPr>
          <a:xfrm>
            <a:off x="972747" y="2559030"/>
            <a:ext cx="109078" cy="2820475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0000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10">
            <a:extLst>
              <a:ext uri="{FF2B5EF4-FFF2-40B4-BE49-F238E27FC236}">
                <a16:creationId xmlns:a16="http://schemas.microsoft.com/office/drawing/2014/main" id="{E08B826E-992E-7B28-3DDE-15B8EBAA6490}"/>
              </a:ext>
            </a:extLst>
          </p:cNvPr>
          <p:cNvSpPr/>
          <p:nvPr/>
        </p:nvSpPr>
        <p:spPr>
          <a:xfrm>
            <a:off x="10321692" y="229029"/>
            <a:ext cx="662089" cy="694889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Прямоугольник 11">
            <a:extLst>
              <a:ext uri="{FF2B5EF4-FFF2-40B4-BE49-F238E27FC236}">
                <a16:creationId xmlns:a16="http://schemas.microsoft.com/office/drawing/2014/main" id="{3F5B30D8-2107-4398-C118-E1F8DF9F5FF4}"/>
              </a:ext>
            </a:extLst>
          </p:cNvPr>
          <p:cNvSpPr/>
          <p:nvPr/>
        </p:nvSpPr>
        <p:spPr>
          <a:xfrm>
            <a:off x="10969169" y="-28044"/>
            <a:ext cx="1222827" cy="1283415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Прямоугольник 12">
            <a:extLst>
              <a:ext uri="{FF2B5EF4-FFF2-40B4-BE49-F238E27FC236}">
                <a16:creationId xmlns:a16="http://schemas.microsoft.com/office/drawing/2014/main" id="{C8B0289C-CABE-36C8-87E7-07DD9F7EDDE0}"/>
              </a:ext>
            </a:extLst>
          </p:cNvPr>
          <p:cNvSpPr/>
          <p:nvPr/>
        </p:nvSpPr>
        <p:spPr>
          <a:xfrm>
            <a:off x="10572484" y="644149"/>
            <a:ext cx="954313" cy="1001597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0" name="Прямоугольник 13">
            <a:extLst>
              <a:ext uri="{FF2B5EF4-FFF2-40B4-BE49-F238E27FC236}">
                <a16:creationId xmlns:a16="http://schemas.microsoft.com/office/drawing/2014/main" id="{6C257185-A206-B235-5542-F3A145B915D4}"/>
              </a:ext>
            </a:extLst>
          </p:cNvPr>
          <p:cNvSpPr/>
          <p:nvPr/>
        </p:nvSpPr>
        <p:spPr>
          <a:xfrm>
            <a:off x="11132454" y="5169130"/>
            <a:ext cx="1059542" cy="1112038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1" name="Прямоугольник 14">
            <a:extLst>
              <a:ext uri="{FF2B5EF4-FFF2-40B4-BE49-F238E27FC236}">
                <a16:creationId xmlns:a16="http://schemas.microsoft.com/office/drawing/2014/main" id="{300717B5-66EB-A175-78AD-9FDA9DFD1B81}"/>
              </a:ext>
            </a:extLst>
          </p:cNvPr>
          <p:cNvSpPr/>
          <p:nvPr/>
        </p:nvSpPr>
        <p:spPr>
          <a:xfrm>
            <a:off x="11433895" y="4646861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2" name="Прямоугольник 15">
            <a:extLst>
              <a:ext uri="{FF2B5EF4-FFF2-40B4-BE49-F238E27FC236}">
                <a16:creationId xmlns:a16="http://schemas.microsoft.com/office/drawing/2014/main" id="{4B93A08E-7932-FC1C-EE33-C0C81B7F27D2}"/>
              </a:ext>
            </a:extLst>
          </p:cNvPr>
          <p:cNvSpPr/>
          <p:nvPr/>
        </p:nvSpPr>
        <p:spPr>
          <a:xfrm>
            <a:off x="10830665" y="5664689"/>
            <a:ext cx="993020" cy="104221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3" name="Прямоугольник 16">
            <a:extLst>
              <a:ext uri="{FF2B5EF4-FFF2-40B4-BE49-F238E27FC236}">
                <a16:creationId xmlns:a16="http://schemas.microsoft.com/office/drawing/2014/main" id="{8A526778-C515-F1BB-C011-50B9236F53B2}"/>
              </a:ext>
            </a:extLst>
          </p:cNvPr>
          <p:cNvSpPr/>
          <p:nvPr/>
        </p:nvSpPr>
        <p:spPr>
          <a:xfrm>
            <a:off x="10049402" y="3948214"/>
            <a:ext cx="595301" cy="624800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4" name="Прямоугольник 17">
            <a:extLst>
              <a:ext uri="{FF2B5EF4-FFF2-40B4-BE49-F238E27FC236}">
                <a16:creationId xmlns:a16="http://schemas.microsoft.com/office/drawing/2014/main" id="{84E0235B-29E3-BF64-AD51-D3D51F670867}"/>
              </a:ext>
            </a:extLst>
          </p:cNvPr>
          <p:cNvSpPr/>
          <p:nvPr/>
        </p:nvSpPr>
        <p:spPr>
          <a:xfrm>
            <a:off x="10460196" y="3754572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5" name="Прямоугольник 18">
            <a:extLst>
              <a:ext uri="{FF2B5EF4-FFF2-40B4-BE49-F238E27FC236}">
                <a16:creationId xmlns:a16="http://schemas.microsoft.com/office/drawing/2014/main" id="{1B8CCECB-A4EA-321C-2EBF-CA32F585F48F}"/>
              </a:ext>
            </a:extLst>
          </p:cNvPr>
          <p:cNvSpPr/>
          <p:nvPr/>
        </p:nvSpPr>
        <p:spPr>
          <a:xfrm>
            <a:off x="11293214" y="2514069"/>
            <a:ext cx="369015" cy="38729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6" name="Прямоугольник 19">
            <a:extLst>
              <a:ext uri="{FF2B5EF4-FFF2-40B4-BE49-F238E27FC236}">
                <a16:creationId xmlns:a16="http://schemas.microsoft.com/office/drawing/2014/main" id="{F545AD18-E655-40E4-0AF4-8E614F04687A}"/>
              </a:ext>
            </a:extLst>
          </p:cNvPr>
          <p:cNvSpPr/>
          <p:nvPr/>
        </p:nvSpPr>
        <p:spPr>
          <a:xfrm>
            <a:off x="375132" y="5969056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7" name="Прямоугольник 20">
            <a:extLst>
              <a:ext uri="{FF2B5EF4-FFF2-40B4-BE49-F238E27FC236}">
                <a16:creationId xmlns:a16="http://schemas.microsoft.com/office/drawing/2014/main" id="{C4F28DE9-D6EA-7FE4-54DC-4A229F553BBF}"/>
              </a:ext>
            </a:extLst>
          </p:cNvPr>
          <p:cNvSpPr/>
          <p:nvPr/>
        </p:nvSpPr>
        <p:spPr>
          <a:xfrm>
            <a:off x="-181709" y="6066486"/>
            <a:ext cx="662089" cy="694889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8" name="Прямоугольник 21">
            <a:extLst>
              <a:ext uri="{FF2B5EF4-FFF2-40B4-BE49-F238E27FC236}">
                <a16:creationId xmlns:a16="http://schemas.microsoft.com/office/drawing/2014/main" id="{A14C8F98-D8A0-4463-6024-5C93CAFF0A94}"/>
              </a:ext>
            </a:extLst>
          </p:cNvPr>
          <p:cNvSpPr/>
          <p:nvPr/>
        </p:nvSpPr>
        <p:spPr>
          <a:xfrm>
            <a:off x="10566897" y="6094192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9" name="Номер слайда">
            <a:extLst>
              <a:ext uri="{FF2B5EF4-FFF2-40B4-BE49-F238E27FC236}">
                <a16:creationId xmlns:a16="http://schemas.microsoft.com/office/drawing/2014/main" id="{4E58E946-D4B8-8AFD-73B6-9065209A15D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310594" cy="345442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E4D58346-1C25-4B40-9B03-AEB08E6A2F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576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>
            <a:extLst>
              <a:ext uri="{FF2B5EF4-FFF2-40B4-BE49-F238E27FC236}">
                <a16:creationId xmlns:a16="http://schemas.microsoft.com/office/drawing/2014/main" id="{9B02EDC8-4A6A-DC93-0272-CA79CA4CDD4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Уровень текста 1…">
            <a:extLst>
              <a:ext uri="{FF2B5EF4-FFF2-40B4-BE49-F238E27FC236}">
                <a16:creationId xmlns:a16="http://schemas.microsoft.com/office/drawing/2014/main" id="{FB035619-4A3F-3BA0-CD17-57A028A36B8B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C5FB4092-627B-3D2E-A618-7833DE577AE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CE4D95-381F-46CF-B5F9-4FA691338C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5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>
            <a:extLst>
              <a:ext uri="{FF2B5EF4-FFF2-40B4-BE49-F238E27FC236}">
                <a16:creationId xmlns:a16="http://schemas.microsoft.com/office/drawing/2014/main" id="{8B889459-247D-916C-B096-EC04F7691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4529" y="524929"/>
            <a:ext cx="3650668" cy="2051584"/>
          </a:xfrm>
        </p:spPr>
        <p:txBody>
          <a:bodyPr anchor="b"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Уровень текста 1…">
            <a:extLst>
              <a:ext uri="{FF2B5EF4-FFF2-40B4-BE49-F238E27FC236}">
                <a16:creationId xmlns:a16="http://schemas.microsoft.com/office/drawing/2014/main" id="{26D9F4A9-A281-A008-2E64-9DC46A5F8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1364" y="1375303"/>
            <a:ext cx="4857749" cy="738185"/>
          </a:xfrm>
        </p:spPr>
        <p:txBody>
          <a:bodyPr/>
          <a:lstStyle>
            <a:lvl1pPr marL="0" indent="0">
              <a:buNone/>
              <a:defRPr sz="1800"/>
            </a:lvl1pPr>
            <a:lvl2pPr marL="0" indent="457200">
              <a:buNone/>
              <a:defRPr sz="1800"/>
            </a:lvl2pPr>
            <a:lvl3pPr marL="0" indent="914400">
              <a:buNone/>
              <a:defRPr sz="1800"/>
            </a:lvl3pPr>
            <a:lvl4pPr marL="0" indent="1371600">
              <a:buNone/>
              <a:defRPr sz="1800"/>
            </a:lvl4pPr>
            <a:lvl5pPr marL="0" indent="1828800"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722D1616-0D97-3E88-0311-E0E6B39B833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360560" y="3037417"/>
            <a:ext cx="6831436" cy="3236381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EAF43787-C8BF-7F7C-32AE-64EDA5A0BAE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22041" y="3037417"/>
            <a:ext cx="3873288" cy="3236381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6" name="Прямоугольник 8">
            <a:extLst>
              <a:ext uri="{FF2B5EF4-FFF2-40B4-BE49-F238E27FC236}">
                <a16:creationId xmlns:a16="http://schemas.microsoft.com/office/drawing/2014/main" id="{B3B03E6F-EC8D-D7F8-D6D5-A1EF6FE59FFF}"/>
              </a:ext>
            </a:extLst>
          </p:cNvPr>
          <p:cNvSpPr/>
          <p:nvPr/>
        </p:nvSpPr>
        <p:spPr>
          <a:xfrm>
            <a:off x="0" y="0"/>
            <a:ext cx="169337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0000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11">
            <a:extLst>
              <a:ext uri="{FF2B5EF4-FFF2-40B4-BE49-F238E27FC236}">
                <a16:creationId xmlns:a16="http://schemas.microsoft.com/office/drawing/2014/main" id="{E170F5FF-8B0A-5CA6-8062-08B74D885ABB}"/>
              </a:ext>
            </a:extLst>
          </p:cNvPr>
          <p:cNvSpPr/>
          <p:nvPr/>
        </p:nvSpPr>
        <p:spPr>
          <a:xfrm>
            <a:off x="11618320" y="524929"/>
            <a:ext cx="573676" cy="60210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Прямоугольник 12">
            <a:extLst>
              <a:ext uri="{FF2B5EF4-FFF2-40B4-BE49-F238E27FC236}">
                <a16:creationId xmlns:a16="http://schemas.microsoft.com/office/drawing/2014/main" id="{12C8C4EF-EF27-14BD-4EA4-4FAC105B51C0}"/>
              </a:ext>
            </a:extLst>
          </p:cNvPr>
          <p:cNvSpPr/>
          <p:nvPr/>
        </p:nvSpPr>
        <p:spPr>
          <a:xfrm>
            <a:off x="10974226" y="229761"/>
            <a:ext cx="281232" cy="295168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Прямоугольник 13">
            <a:extLst>
              <a:ext uri="{FF2B5EF4-FFF2-40B4-BE49-F238E27FC236}">
                <a16:creationId xmlns:a16="http://schemas.microsoft.com/office/drawing/2014/main" id="{CFE2F9A3-3A91-8E66-4374-954A64369004}"/>
              </a:ext>
            </a:extLst>
          </p:cNvPr>
          <p:cNvSpPr/>
          <p:nvPr/>
        </p:nvSpPr>
        <p:spPr>
          <a:xfrm>
            <a:off x="368402" y="5913315"/>
            <a:ext cx="388409" cy="407657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0" name="Номер слайда">
            <a:extLst>
              <a:ext uri="{FF2B5EF4-FFF2-40B4-BE49-F238E27FC236}">
                <a16:creationId xmlns:a16="http://schemas.microsoft.com/office/drawing/2014/main" id="{5FB5D375-A23D-7A12-C9CB-68EA890AC17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0DD71EB5-82CF-4A40-9C65-52F65CFD91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5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6">
            <a:extLst>
              <a:ext uri="{FF2B5EF4-FFF2-40B4-BE49-F238E27FC236}">
                <a16:creationId xmlns:a16="http://schemas.microsoft.com/office/drawing/2014/main" id="{BEB8410D-41D1-C75F-BDA6-C832B48C65D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988484"/>
            <a:ext cx="8610603" cy="3414186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BACCE35C-6F16-F7B9-7C89-73D2D5D5E0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03134" y="1580887"/>
            <a:ext cx="3650668" cy="2051584"/>
          </a:xfrm>
        </p:spPr>
        <p:txBody>
          <a:bodyPr anchor="b"/>
          <a:lstStyle>
            <a:lvl1pPr>
              <a:defRPr sz="5400"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Уровень текста 1…">
            <a:extLst>
              <a:ext uri="{FF2B5EF4-FFF2-40B4-BE49-F238E27FC236}">
                <a16:creationId xmlns:a16="http://schemas.microsoft.com/office/drawing/2014/main" id="{992D9B5D-DFC2-6108-D6A6-7E24CD3A14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4847956"/>
            <a:ext cx="2743200" cy="738185"/>
          </a:xfrm>
        </p:spPr>
        <p:txBody>
          <a:bodyPr/>
          <a:lstStyle>
            <a:lvl1pPr marL="0" indent="0">
              <a:buNone/>
              <a:defRPr sz="1800"/>
            </a:lvl1pPr>
            <a:lvl2pPr marL="0" indent="457200">
              <a:buNone/>
              <a:defRPr sz="1800"/>
            </a:lvl2pPr>
            <a:lvl3pPr marL="0" indent="914400">
              <a:buNone/>
              <a:defRPr sz="1800"/>
            </a:lvl3pPr>
            <a:lvl4pPr marL="0" indent="1371600">
              <a:buNone/>
              <a:defRPr sz="1800"/>
            </a:lvl4pPr>
            <a:lvl5pPr marL="0" indent="1828800"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3758437E-2C8C-1DAC-779F-72E907FB318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038603" y="4847956"/>
            <a:ext cx="2743200" cy="73818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95212DCC-3653-A277-0513-68555CB906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39003" y="4842936"/>
            <a:ext cx="2743200" cy="73818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902A37F-76F2-9E0B-BF73-D9F6B2064B2F}"/>
              </a:ext>
            </a:extLst>
          </p:cNvPr>
          <p:cNvSpPr/>
          <p:nvPr/>
        </p:nvSpPr>
        <p:spPr>
          <a:xfrm>
            <a:off x="624955" y="4834579"/>
            <a:ext cx="192344" cy="201881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Прямоугольник 10">
            <a:extLst>
              <a:ext uri="{FF2B5EF4-FFF2-40B4-BE49-F238E27FC236}">
                <a16:creationId xmlns:a16="http://schemas.microsoft.com/office/drawing/2014/main" id="{9E71FF5B-C233-CCED-A5C2-F086A63D66DA}"/>
              </a:ext>
            </a:extLst>
          </p:cNvPr>
          <p:cNvSpPr/>
          <p:nvPr/>
        </p:nvSpPr>
        <p:spPr>
          <a:xfrm>
            <a:off x="8344942" y="674598"/>
            <a:ext cx="573676" cy="60210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Прямоугольник 11">
            <a:extLst>
              <a:ext uri="{FF2B5EF4-FFF2-40B4-BE49-F238E27FC236}">
                <a16:creationId xmlns:a16="http://schemas.microsoft.com/office/drawing/2014/main" id="{9355DC83-3DA3-BD3B-DA39-5260A3D62B7C}"/>
              </a:ext>
            </a:extLst>
          </p:cNvPr>
          <p:cNvSpPr/>
          <p:nvPr/>
        </p:nvSpPr>
        <p:spPr>
          <a:xfrm>
            <a:off x="6597295" y="218285"/>
            <a:ext cx="369015" cy="38729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0" name="Прямоугольник 12">
            <a:extLst>
              <a:ext uri="{FF2B5EF4-FFF2-40B4-BE49-F238E27FC236}">
                <a16:creationId xmlns:a16="http://schemas.microsoft.com/office/drawing/2014/main" id="{B18A848E-1732-6BEC-95CB-B414E79F8EC9}"/>
              </a:ext>
            </a:extLst>
          </p:cNvPr>
          <p:cNvSpPr/>
          <p:nvPr/>
        </p:nvSpPr>
        <p:spPr>
          <a:xfrm>
            <a:off x="3846249" y="4834579"/>
            <a:ext cx="192344" cy="201881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1" name="Прямоугольник 13">
            <a:extLst>
              <a:ext uri="{FF2B5EF4-FFF2-40B4-BE49-F238E27FC236}">
                <a16:creationId xmlns:a16="http://schemas.microsoft.com/office/drawing/2014/main" id="{AD4BC920-6DF5-329D-5606-FCA2D1B947E7}"/>
              </a:ext>
            </a:extLst>
          </p:cNvPr>
          <p:cNvSpPr/>
          <p:nvPr/>
        </p:nvSpPr>
        <p:spPr>
          <a:xfrm>
            <a:off x="7046649" y="4834579"/>
            <a:ext cx="192344" cy="201881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718CC410-6539-01D7-6530-EFA378290CB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10603" y="6356351"/>
            <a:ext cx="310594" cy="345442"/>
          </a:xfrm>
        </p:spPr>
        <p:txBody>
          <a:bodyPr/>
          <a:lstStyle>
            <a:lvl1pPr>
              <a:defRPr/>
            </a:lvl1pPr>
          </a:lstStyle>
          <a:p>
            <a:pPr lvl="0"/>
            <a:fld id="{EABB3879-E058-40BD-8848-B82486C24D4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7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0">
            <a:extLst>
              <a:ext uri="{FF2B5EF4-FFF2-40B4-BE49-F238E27FC236}">
                <a16:creationId xmlns:a16="http://schemas.microsoft.com/office/drawing/2014/main" id="{D987F6D3-BC4A-066D-3EAD-1539CE23CF6C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FEFB8488-909F-7DDF-796E-F4773E31B0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308" y="2478088"/>
            <a:ext cx="4857749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Уровень текста 1…">
            <a:extLst>
              <a:ext uri="{FF2B5EF4-FFF2-40B4-BE49-F238E27FC236}">
                <a16:creationId xmlns:a16="http://schemas.microsoft.com/office/drawing/2014/main" id="{6C833AFA-561D-498D-85A2-E6D9AD7C3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6308" y="5357807"/>
            <a:ext cx="4857749" cy="738185"/>
          </a:xfrm>
        </p:spPr>
        <p:txBody>
          <a:bodyPr/>
          <a:lstStyle>
            <a:lvl1pPr marL="0" indent="0">
              <a:buNone/>
              <a:defRPr sz="2400">
                <a:solidFill>
                  <a:srgbClr val="262626"/>
                </a:solidFill>
              </a:defRPr>
            </a:lvl1pPr>
            <a:lvl2pPr marL="0" indent="457200">
              <a:buNone/>
              <a:defRPr sz="2400">
                <a:solidFill>
                  <a:srgbClr val="262626"/>
                </a:solidFill>
              </a:defRPr>
            </a:lvl2pPr>
            <a:lvl3pPr marL="0" indent="914400">
              <a:buNone/>
              <a:defRPr sz="2400">
                <a:solidFill>
                  <a:srgbClr val="262626"/>
                </a:solidFill>
              </a:defRPr>
            </a:lvl3pPr>
            <a:lvl4pPr marL="0" indent="1371600">
              <a:buNone/>
              <a:defRPr sz="2400">
                <a:solidFill>
                  <a:srgbClr val="262626"/>
                </a:solidFill>
              </a:defRPr>
            </a:lvl4pPr>
            <a:lvl5pPr marL="0" indent="1828800">
              <a:buNone/>
              <a:defRPr sz="2400">
                <a:solidFill>
                  <a:srgbClr val="262626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61F4CFCF-3280-E427-5FC0-CF2C5E13F62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805333" y="0"/>
            <a:ext cx="3081866" cy="68580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84911724-6516-A57B-9EB0-95015C9655F5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621868" y="0"/>
            <a:ext cx="3064931" cy="68580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7" name="Прямоугольник 12">
            <a:extLst>
              <a:ext uri="{FF2B5EF4-FFF2-40B4-BE49-F238E27FC236}">
                <a16:creationId xmlns:a16="http://schemas.microsoft.com/office/drawing/2014/main" id="{74B3A65C-9AB3-2C5E-F2EC-1736D0DE21B4}"/>
              </a:ext>
            </a:extLst>
          </p:cNvPr>
          <p:cNvSpPr/>
          <p:nvPr/>
        </p:nvSpPr>
        <p:spPr>
          <a:xfrm>
            <a:off x="3979962" y="299374"/>
            <a:ext cx="662089" cy="694889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Прямоугольник 13">
            <a:extLst>
              <a:ext uri="{FF2B5EF4-FFF2-40B4-BE49-F238E27FC236}">
                <a16:creationId xmlns:a16="http://schemas.microsoft.com/office/drawing/2014/main" id="{1D2B3AFD-BC62-68D7-592C-69FFA9ECD0CC}"/>
              </a:ext>
            </a:extLst>
          </p:cNvPr>
          <p:cNvSpPr/>
          <p:nvPr/>
        </p:nvSpPr>
        <p:spPr>
          <a:xfrm>
            <a:off x="4621990" y="0"/>
            <a:ext cx="1222827" cy="1283415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Прямоугольник 14">
            <a:extLst>
              <a:ext uri="{FF2B5EF4-FFF2-40B4-BE49-F238E27FC236}">
                <a16:creationId xmlns:a16="http://schemas.microsoft.com/office/drawing/2014/main" id="{F0632ACB-C279-B6F6-6BF1-9A3946EDFCC7}"/>
              </a:ext>
            </a:extLst>
          </p:cNvPr>
          <p:cNvSpPr/>
          <p:nvPr/>
        </p:nvSpPr>
        <p:spPr>
          <a:xfrm>
            <a:off x="4230755" y="714493"/>
            <a:ext cx="954313" cy="1001597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0" name="Прямоугольник 15">
            <a:extLst>
              <a:ext uri="{FF2B5EF4-FFF2-40B4-BE49-F238E27FC236}">
                <a16:creationId xmlns:a16="http://schemas.microsoft.com/office/drawing/2014/main" id="{2EC1BFAE-2DF8-F7DA-AB20-E138075735B5}"/>
              </a:ext>
            </a:extLst>
          </p:cNvPr>
          <p:cNvSpPr/>
          <p:nvPr/>
        </p:nvSpPr>
        <p:spPr>
          <a:xfrm>
            <a:off x="11919661" y="6065672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1" name="Прямоугольник 16">
            <a:extLst>
              <a:ext uri="{FF2B5EF4-FFF2-40B4-BE49-F238E27FC236}">
                <a16:creationId xmlns:a16="http://schemas.microsoft.com/office/drawing/2014/main" id="{65D02E3C-50C4-0F01-6D1C-C4157BA3572D}"/>
              </a:ext>
            </a:extLst>
          </p:cNvPr>
          <p:cNvSpPr/>
          <p:nvPr/>
        </p:nvSpPr>
        <p:spPr>
          <a:xfrm>
            <a:off x="11362809" y="6163110"/>
            <a:ext cx="662089" cy="694889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158F215D-ECDD-A90B-BAC1-4B261CD48C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84ECA63F-974B-4002-8C51-2E03434C551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DEFAUL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B5222C10-35DC-137F-E31E-70CE9176C257}"/>
              </a:ext>
            </a:extLst>
          </p:cNvPr>
          <p:cNvSpPr/>
          <p:nvPr/>
        </p:nvSpPr>
        <p:spPr>
          <a:xfrm>
            <a:off x="0" y="0"/>
            <a:ext cx="12192006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CCC44A9A-3678-9FB1-62A9-F356A592DB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248427"/>
            <a:ext cx="3869265" cy="2361145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Прямоугольник 1">
            <a:extLst>
              <a:ext uri="{FF2B5EF4-FFF2-40B4-BE49-F238E27FC236}">
                <a16:creationId xmlns:a16="http://schemas.microsoft.com/office/drawing/2014/main" id="{2DBB9D4D-6869-C70C-2111-A04F85760926}"/>
              </a:ext>
            </a:extLst>
          </p:cNvPr>
          <p:cNvSpPr/>
          <p:nvPr/>
        </p:nvSpPr>
        <p:spPr>
          <a:xfrm>
            <a:off x="5266267" y="795866"/>
            <a:ext cx="5960534" cy="1591732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51F38A38-F687-36B8-BA74-FD2B6476A11A}"/>
              </a:ext>
            </a:extLst>
          </p:cNvPr>
          <p:cNvSpPr/>
          <p:nvPr/>
        </p:nvSpPr>
        <p:spPr>
          <a:xfrm>
            <a:off x="5266267" y="2633133"/>
            <a:ext cx="5960534" cy="1591732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EC550CD6-8D5A-FF1D-E414-DB97CCBC87CA}"/>
              </a:ext>
            </a:extLst>
          </p:cNvPr>
          <p:cNvSpPr/>
          <p:nvPr/>
        </p:nvSpPr>
        <p:spPr>
          <a:xfrm>
            <a:off x="5266267" y="4470401"/>
            <a:ext cx="5960534" cy="1591732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D40643C0-2CA1-AD9B-730C-CDE7A0DAFED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265736" y="795335"/>
            <a:ext cx="2082802" cy="159226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DB3D4276-5447-8669-06FB-AC3AE7F0641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265736" y="2632603"/>
            <a:ext cx="2082802" cy="159226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9" name="Рисунок 7">
            <a:extLst>
              <a:ext uri="{FF2B5EF4-FFF2-40B4-BE49-F238E27FC236}">
                <a16:creationId xmlns:a16="http://schemas.microsoft.com/office/drawing/2014/main" id="{B75932E9-761D-9730-984E-5403C9192E5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265736" y="4470135"/>
            <a:ext cx="2082802" cy="159226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10" name="Уровень текста 1…">
            <a:extLst>
              <a:ext uri="{FF2B5EF4-FFF2-40B4-BE49-F238E27FC236}">
                <a16:creationId xmlns:a16="http://schemas.microsoft.com/office/drawing/2014/main" id="{4D6C3C77-D0C4-7F2F-DCF5-630441997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94604" y="1016191"/>
            <a:ext cx="2743200" cy="738185"/>
          </a:xfrm>
        </p:spPr>
        <p:txBody>
          <a:bodyPr/>
          <a:lstStyle>
            <a:lvl1pPr marL="0" indent="0">
              <a:buNone/>
              <a:defRPr sz="1800"/>
            </a:lvl1pPr>
            <a:lvl2pPr marL="0" indent="457200">
              <a:buNone/>
              <a:defRPr sz="1800"/>
            </a:lvl2pPr>
            <a:lvl3pPr marL="0" indent="914400">
              <a:buNone/>
              <a:defRPr sz="1800"/>
            </a:lvl3pPr>
            <a:lvl4pPr marL="0" indent="1371600">
              <a:buNone/>
              <a:defRPr sz="1800"/>
            </a:lvl4pPr>
            <a:lvl5pPr marL="0" indent="1828800"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C33D2C08-7F38-0E31-FFA2-4AA3BDE6C1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594604" y="2834740"/>
            <a:ext cx="2743200" cy="73818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D2E61E66-09F0-3C7E-E484-A9F85FDAC5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594604" y="4682139"/>
            <a:ext cx="2743200" cy="73818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Прямоугольник 15">
            <a:extLst>
              <a:ext uri="{FF2B5EF4-FFF2-40B4-BE49-F238E27FC236}">
                <a16:creationId xmlns:a16="http://schemas.microsoft.com/office/drawing/2014/main" id="{F44D90D0-CDEA-4AC5-6008-CD46E44CF006}"/>
              </a:ext>
            </a:extLst>
          </p:cNvPr>
          <p:cNvSpPr/>
          <p:nvPr/>
        </p:nvSpPr>
        <p:spPr>
          <a:xfrm>
            <a:off x="11104592" y="5394466"/>
            <a:ext cx="1059542" cy="1112038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4" name="Прямоугольник 16">
            <a:extLst>
              <a:ext uri="{FF2B5EF4-FFF2-40B4-BE49-F238E27FC236}">
                <a16:creationId xmlns:a16="http://schemas.microsoft.com/office/drawing/2014/main" id="{C50FD3CF-1BD9-2826-AD76-E0900C536639}"/>
              </a:ext>
            </a:extLst>
          </p:cNvPr>
          <p:cNvSpPr/>
          <p:nvPr/>
        </p:nvSpPr>
        <p:spPr>
          <a:xfrm>
            <a:off x="10768577" y="6375105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5" name="Прямоугольник 18">
            <a:extLst>
              <a:ext uri="{FF2B5EF4-FFF2-40B4-BE49-F238E27FC236}">
                <a16:creationId xmlns:a16="http://schemas.microsoft.com/office/drawing/2014/main" id="{9074AB0D-D823-AE22-8BB2-BE17FF167F5A}"/>
              </a:ext>
            </a:extLst>
          </p:cNvPr>
          <p:cNvSpPr/>
          <p:nvPr/>
        </p:nvSpPr>
        <p:spPr>
          <a:xfrm>
            <a:off x="4305132" y="4470135"/>
            <a:ext cx="595301" cy="624800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6" name="Прямоугольник 19">
            <a:extLst>
              <a:ext uri="{FF2B5EF4-FFF2-40B4-BE49-F238E27FC236}">
                <a16:creationId xmlns:a16="http://schemas.microsoft.com/office/drawing/2014/main" id="{E1A56A13-4BBD-02D8-531C-BD2572CD9E4D}"/>
              </a:ext>
            </a:extLst>
          </p:cNvPr>
          <p:cNvSpPr/>
          <p:nvPr/>
        </p:nvSpPr>
        <p:spPr>
          <a:xfrm>
            <a:off x="4715926" y="4276484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7" name="Прямоугольник 20">
            <a:extLst>
              <a:ext uri="{FF2B5EF4-FFF2-40B4-BE49-F238E27FC236}">
                <a16:creationId xmlns:a16="http://schemas.microsoft.com/office/drawing/2014/main" id="{D5A92093-8E99-95FF-D4D8-9EA4FCD2956C}"/>
              </a:ext>
            </a:extLst>
          </p:cNvPr>
          <p:cNvSpPr/>
          <p:nvPr/>
        </p:nvSpPr>
        <p:spPr>
          <a:xfrm>
            <a:off x="10509290" y="355847"/>
            <a:ext cx="595301" cy="624800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8" name="Прямоугольник 21">
            <a:extLst>
              <a:ext uri="{FF2B5EF4-FFF2-40B4-BE49-F238E27FC236}">
                <a16:creationId xmlns:a16="http://schemas.microsoft.com/office/drawing/2014/main" id="{170934DF-770E-AF4D-B35C-EB31F9D70468}"/>
              </a:ext>
            </a:extLst>
          </p:cNvPr>
          <p:cNvSpPr/>
          <p:nvPr/>
        </p:nvSpPr>
        <p:spPr>
          <a:xfrm>
            <a:off x="10939963" y="494553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9" name="Прямоугольник 22">
            <a:extLst>
              <a:ext uri="{FF2B5EF4-FFF2-40B4-BE49-F238E27FC236}">
                <a16:creationId xmlns:a16="http://schemas.microsoft.com/office/drawing/2014/main" id="{F5D7B02E-E594-B866-C496-EB35C7F47702}"/>
              </a:ext>
            </a:extLst>
          </p:cNvPr>
          <p:cNvSpPr/>
          <p:nvPr/>
        </p:nvSpPr>
        <p:spPr>
          <a:xfrm>
            <a:off x="11632091" y="1346591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20" name="Прямоугольник 23">
            <a:extLst>
              <a:ext uri="{FF2B5EF4-FFF2-40B4-BE49-F238E27FC236}">
                <a16:creationId xmlns:a16="http://schemas.microsoft.com/office/drawing/2014/main" id="{C9799ABB-52DE-62E8-DE2A-C26F52FDDB22}"/>
              </a:ext>
            </a:extLst>
          </p:cNvPr>
          <p:cNvSpPr/>
          <p:nvPr/>
        </p:nvSpPr>
        <p:spPr>
          <a:xfrm>
            <a:off x="11643695" y="4987887"/>
            <a:ext cx="884325" cy="92813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21" name="Номер слайда">
            <a:extLst>
              <a:ext uri="{FF2B5EF4-FFF2-40B4-BE49-F238E27FC236}">
                <a16:creationId xmlns:a16="http://schemas.microsoft.com/office/drawing/2014/main" id="{35809004-6CA9-0E27-1E57-30B8B1E9A6B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F53AE2C4-F48F-40CE-8413-99FF51C8044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6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6">
            <a:extLst>
              <a:ext uri="{FF2B5EF4-FFF2-40B4-BE49-F238E27FC236}">
                <a16:creationId xmlns:a16="http://schemas.microsoft.com/office/drawing/2014/main" id="{2609772A-F07A-E183-A632-60D3A658199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-244702" y="-244702"/>
            <a:ext cx="12672815" cy="740535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59E9B701-9460-D8D5-3C8B-864A47582D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275" y="2795192"/>
            <a:ext cx="5950860" cy="1325559"/>
          </a:xfrm>
          <a:solidFill>
            <a:srgbClr val="1A66FF"/>
          </a:solidFill>
          <a:ln w="19046">
            <a:solidFill>
              <a:srgbClr val="FFFFFF"/>
            </a:solidFill>
            <a:prstDash val="solid"/>
            <a:miter/>
          </a:ln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0B12682-6C24-1227-6092-426F64CCEA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325B26FA-C792-4183-91C9-3C516D4864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5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>
            <a:extLst>
              <a:ext uri="{FF2B5EF4-FFF2-40B4-BE49-F238E27FC236}">
                <a16:creationId xmlns:a16="http://schemas.microsoft.com/office/drawing/2014/main" id="{E9737C2B-B5BE-DB7E-9551-61BA4A7A49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8603" y="365129"/>
            <a:ext cx="7315200" cy="1325559"/>
          </a:xfrm>
        </p:spPr>
        <p:txBody>
          <a:bodyPr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Уровень текста 1…">
            <a:extLst>
              <a:ext uri="{FF2B5EF4-FFF2-40B4-BE49-F238E27FC236}">
                <a16:creationId xmlns:a16="http://schemas.microsoft.com/office/drawing/2014/main" id="{9F8EC21D-824A-5427-ED03-0263D5E17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38603" y="1825627"/>
            <a:ext cx="7315200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0CB5D848-E47D-19BF-D6D7-97468547ED1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251578" y="0"/>
            <a:ext cx="3493099" cy="68580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5" name="Прямоугольник 7">
            <a:extLst>
              <a:ext uri="{FF2B5EF4-FFF2-40B4-BE49-F238E27FC236}">
                <a16:creationId xmlns:a16="http://schemas.microsoft.com/office/drawing/2014/main" id="{F4C1C2EA-1A28-2C39-CF5C-C08B7257A575}"/>
              </a:ext>
            </a:extLst>
          </p:cNvPr>
          <p:cNvSpPr/>
          <p:nvPr/>
        </p:nvSpPr>
        <p:spPr>
          <a:xfrm>
            <a:off x="110962" y="6176964"/>
            <a:ext cx="406880" cy="427033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8">
            <a:extLst>
              <a:ext uri="{FF2B5EF4-FFF2-40B4-BE49-F238E27FC236}">
                <a16:creationId xmlns:a16="http://schemas.microsoft.com/office/drawing/2014/main" id="{D6ED5D89-290A-3A20-2329-0E689CF94A78}"/>
              </a:ext>
            </a:extLst>
          </p:cNvPr>
          <p:cNvSpPr/>
          <p:nvPr/>
        </p:nvSpPr>
        <p:spPr>
          <a:xfrm>
            <a:off x="658459" y="6047466"/>
            <a:ext cx="246759" cy="258985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EDB388A-7F21-7226-F9E6-3D3811E9BE4F}"/>
              </a:ext>
            </a:extLst>
          </p:cNvPr>
          <p:cNvSpPr/>
          <p:nvPr/>
        </p:nvSpPr>
        <p:spPr>
          <a:xfrm>
            <a:off x="10927317" y="193898"/>
            <a:ext cx="520540" cy="546326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Номер слайда">
            <a:extLst>
              <a:ext uri="{FF2B5EF4-FFF2-40B4-BE49-F238E27FC236}">
                <a16:creationId xmlns:a16="http://schemas.microsoft.com/office/drawing/2014/main" id="{D451197E-A95F-4957-7148-39FEC730F6A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242DA2C2-660A-4C93-BE72-B8F7A5B0439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20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>
            <a:extLst>
              <a:ext uri="{FF2B5EF4-FFF2-40B4-BE49-F238E27FC236}">
                <a16:creationId xmlns:a16="http://schemas.microsoft.com/office/drawing/2014/main" id="{AED45A4E-28C4-C31C-D633-4258C26F8E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8603" y="365129"/>
            <a:ext cx="7315200" cy="1325559"/>
          </a:xfrm>
        </p:spPr>
        <p:txBody>
          <a:bodyPr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Уровень текста 1…">
            <a:extLst>
              <a:ext uri="{FF2B5EF4-FFF2-40B4-BE49-F238E27FC236}">
                <a16:creationId xmlns:a16="http://schemas.microsoft.com/office/drawing/2014/main" id="{E122BBAD-2C4E-1D95-CD8B-F366240993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38603" y="1973942"/>
            <a:ext cx="7315200" cy="580570"/>
          </a:xfrm>
        </p:spPr>
        <p:txBody>
          <a:bodyPr/>
          <a:lstStyle>
            <a:lvl1pPr marL="0" indent="0">
              <a:buNone/>
              <a:defRPr sz="2400" b="1"/>
            </a:lvl1pPr>
            <a:lvl2pPr marL="0" indent="457200">
              <a:buNone/>
              <a:defRPr sz="2400" b="1"/>
            </a:lvl2pPr>
            <a:lvl3pPr marL="0" indent="914400">
              <a:buNone/>
              <a:defRPr sz="2400" b="1"/>
            </a:lvl3pPr>
            <a:lvl4pPr marL="0" indent="1371600">
              <a:buNone/>
              <a:defRPr sz="2400" b="1"/>
            </a:lvl4pPr>
            <a:lvl5pPr marL="0" indent="1828800">
              <a:buNone/>
              <a:defRPr sz="2400" b="1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3443AA13-6773-909D-A61D-B1020BAFBA4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251578" y="0"/>
            <a:ext cx="3493099" cy="68580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5" name="Прямоугольник 7">
            <a:extLst>
              <a:ext uri="{FF2B5EF4-FFF2-40B4-BE49-F238E27FC236}">
                <a16:creationId xmlns:a16="http://schemas.microsoft.com/office/drawing/2014/main" id="{2B66945A-630B-F551-8FE0-C4C71702B97B}"/>
              </a:ext>
            </a:extLst>
          </p:cNvPr>
          <p:cNvSpPr/>
          <p:nvPr/>
        </p:nvSpPr>
        <p:spPr>
          <a:xfrm>
            <a:off x="110962" y="6176964"/>
            <a:ext cx="406880" cy="427033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8">
            <a:extLst>
              <a:ext uri="{FF2B5EF4-FFF2-40B4-BE49-F238E27FC236}">
                <a16:creationId xmlns:a16="http://schemas.microsoft.com/office/drawing/2014/main" id="{4331DC69-DB8A-7167-4664-DD7EE4699097}"/>
              </a:ext>
            </a:extLst>
          </p:cNvPr>
          <p:cNvSpPr/>
          <p:nvPr/>
        </p:nvSpPr>
        <p:spPr>
          <a:xfrm>
            <a:off x="658459" y="6047466"/>
            <a:ext cx="246759" cy="258985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C2F9331-FBF7-5624-54BC-20E55F023378}"/>
              </a:ext>
            </a:extLst>
          </p:cNvPr>
          <p:cNvSpPr/>
          <p:nvPr/>
        </p:nvSpPr>
        <p:spPr>
          <a:xfrm>
            <a:off x="10927317" y="193898"/>
            <a:ext cx="520540" cy="546326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Номер слайда">
            <a:extLst>
              <a:ext uri="{FF2B5EF4-FFF2-40B4-BE49-F238E27FC236}">
                <a16:creationId xmlns:a16="http://schemas.microsoft.com/office/drawing/2014/main" id="{0BCDF6AA-1B09-857C-78DC-00BFB4E005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A089FCA7-06A9-45C5-8A24-0D64CEDDE8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9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8">
            <a:extLst>
              <a:ext uri="{FF2B5EF4-FFF2-40B4-BE49-F238E27FC236}">
                <a16:creationId xmlns:a16="http://schemas.microsoft.com/office/drawing/2014/main" id="{81B789F9-B8A7-0A39-B237-735AECC92E8B}"/>
              </a:ext>
            </a:extLst>
          </p:cNvPr>
          <p:cNvSpPr/>
          <p:nvPr/>
        </p:nvSpPr>
        <p:spPr>
          <a:xfrm>
            <a:off x="838203" y="2177140"/>
            <a:ext cx="4925781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38BF92C6-0B49-45E9-2B49-27E5D55373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13611"/>
            <a:ext cx="10515600" cy="132555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A6FB660A-AD52-F8AB-D1A2-7CD15348EE11}"/>
              </a:ext>
            </a:extLst>
          </p:cNvPr>
          <p:cNvSpPr/>
          <p:nvPr/>
        </p:nvSpPr>
        <p:spPr>
          <a:xfrm>
            <a:off x="6428012" y="2177140"/>
            <a:ext cx="4925790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Прямоугольник 11">
            <a:extLst>
              <a:ext uri="{FF2B5EF4-FFF2-40B4-BE49-F238E27FC236}">
                <a16:creationId xmlns:a16="http://schemas.microsoft.com/office/drawing/2014/main" id="{41852B02-3B7B-E783-9CB5-6B2CF2D50F6C}"/>
              </a:ext>
            </a:extLst>
          </p:cNvPr>
          <p:cNvSpPr/>
          <p:nvPr/>
        </p:nvSpPr>
        <p:spPr>
          <a:xfrm>
            <a:off x="2628863" y="1937430"/>
            <a:ext cx="1344460" cy="8348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12">
            <a:extLst>
              <a:ext uri="{FF2B5EF4-FFF2-40B4-BE49-F238E27FC236}">
                <a16:creationId xmlns:a16="http://schemas.microsoft.com/office/drawing/2014/main" id="{B82F482C-2A5B-48FA-E5FE-B8166EF78E9B}"/>
              </a:ext>
            </a:extLst>
          </p:cNvPr>
          <p:cNvSpPr/>
          <p:nvPr/>
        </p:nvSpPr>
        <p:spPr>
          <a:xfrm>
            <a:off x="8167484" y="1882895"/>
            <a:ext cx="1446845" cy="8348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Уровень текста 1…">
            <a:extLst>
              <a:ext uri="{FF2B5EF4-FFF2-40B4-BE49-F238E27FC236}">
                <a16:creationId xmlns:a16="http://schemas.microsoft.com/office/drawing/2014/main" id="{3CC5F8AF-DF65-9F81-5BB9-BE84D5012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4481" y="2846728"/>
            <a:ext cx="4299188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65F2DD2E-09C1-F106-BE1E-A4274C9216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82480" y="2846728"/>
            <a:ext cx="4299188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637021F7-1868-099B-78CD-C8F628CCFB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26CD5040-F268-4E88-A820-78AB74DE1A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9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8">
            <a:extLst>
              <a:ext uri="{FF2B5EF4-FFF2-40B4-BE49-F238E27FC236}">
                <a16:creationId xmlns:a16="http://schemas.microsoft.com/office/drawing/2014/main" id="{F88C9E4A-BE3B-005B-A79A-CEDE7289134B}"/>
              </a:ext>
            </a:extLst>
          </p:cNvPr>
          <p:cNvSpPr/>
          <p:nvPr/>
        </p:nvSpPr>
        <p:spPr>
          <a:xfrm>
            <a:off x="838203" y="2177140"/>
            <a:ext cx="2979060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13CC0EED-5A0C-E959-64DD-A6A17F88E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13611"/>
            <a:ext cx="10515600" cy="132555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F9BEB3B4-C2CB-BB47-6116-3C7CEC7EBED5}"/>
              </a:ext>
            </a:extLst>
          </p:cNvPr>
          <p:cNvSpPr/>
          <p:nvPr/>
        </p:nvSpPr>
        <p:spPr>
          <a:xfrm>
            <a:off x="4606472" y="2177140"/>
            <a:ext cx="2979060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Прямоугольник 10">
            <a:extLst>
              <a:ext uri="{FF2B5EF4-FFF2-40B4-BE49-F238E27FC236}">
                <a16:creationId xmlns:a16="http://schemas.microsoft.com/office/drawing/2014/main" id="{CD747E97-2BC2-DE0F-79F1-1623ECB92722}"/>
              </a:ext>
            </a:extLst>
          </p:cNvPr>
          <p:cNvSpPr/>
          <p:nvPr/>
        </p:nvSpPr>
        <p:spPr>
          <a:xfrm>
            <a:off x="8374742" y="2177140"/>
            <a:ext cx="2979060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11">
            <a:extLst>
              <a:ext uri="{FF2B5EF4-FFF2-40B4-BE49-F238E27FC236}">
                <a16:creationId xmlns:a16="http://schemas.microsoft.com/office/drawing/2014/main" id="{3A6A371F-7C06-5B1E-E62F-C8A4C00329A0}"/>
              </a:ext>
            </a:extLst>
          </p:cNvPr>
          <p:cNvSpPr/>
          <p:nvPr/>
        </p:nvSpPr>
        <p:spPr>
          <a:xfrm>
            <a:off x="1747153" y="1937430"/>
            <a:ext cx="1161141" cy="8348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12">
            <a:extLst>
              <a:ext uri="{FF2B5EF4-FFF2-40B4-BE49-F238E27FC236}">
                <a16:creationId xmlns:a16="http://schemas.microsoft.com/office/drawing/2014/main" id="{DAB4075A-5D8B-23D6-69C0-D6C57D867313}"/>
              </a:ext>
            </a:extLst>
          </p:cNvPr>
          <p:cNvSpPr/>
          <p:nvPr/>
        </p:nvSpPr>
        <p:spPr>
          <a:xfrm>
            <a:off x="5515423" y="1882895"/>
            <a:ext cx="1161141" cy="8348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Прямоугольник 13">
            <a:extLst>
              <a:ext uri="{FF2B5EF4-FFF2-40B4-BE49-F238E27FC236}">
                <a16:creationId xmlns:a16="http://schemas.microsoft.com/office/drawing/2014/main" id="{656EA6F6-B663-E817-B46E-5451C95DC09D}"/>
              </a:ext>
            </a:extLst>
          </p:cNvPr>
          <p:cNvSpPr/>
          <p:nvPr/>
        </p:nvSpPr>
        <p:spPr>
          <a:xfrm>
            <a:off x="9283702" y="1882895"/>
            <a:ext cx="1161141" cy="8348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Уровень текста 1…">
            <a:extLst>
              <a:ext uri="{FF2B5EF4-FFF2-40B4-BE49-F238E27FC236}">
                <a16:creationId xmlns:a16="http://schemas.microsoft.com/office/drawing/2014/main" id="{3FC2D9FD-E4DB-B3E6-6560-39B44AC1EF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8471" y="2846728"/>
            <a:ext cx="2600096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97404230-B5AD-F80E-F692-E8674CE9E4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930" y="2846728"/>
            <a:ext cx="2600096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0D12F9F4-D909-8800-6342-B94B5E135B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561390" y="2843665"/>
            <a:ext cx="2600096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130B96E2-0C23-BE95-2D0E-3D778C43A06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54A08192-F20A-4C54-A8BB-FB161A8A0D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03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8">
            <a:extLst>
              <a:ext uri="{FF2B5EF4-FFF2-40B4-BE49-F238E27FC236}">
                <a16:creationId xmlns:a16="http://schemas.microsoft.com/office/drawing/2014/main" id="{485F15AB-24B4-780D-8D52-C99224033C99}"/>
              </a:ext>
            </a:extLst>
          </p:cNvPr>
          <p:cNvSpPr/>
          <p:nvPr/>
        </p:nvSpPr>
        <p:spPr>
          <a:xfrm>
            <a:off x="678539" y="2177140"/>
            <a:ext cx="2573112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B9283213-5F9F-435D-C152-3EC6CE868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13611"/>
            <a:ext cx="10515600" cy="132555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1DE15218-E235-320B-8C37-9492251FAEC2}"/>
              </a:ext>
            </a:extLst>
          </p:cNvPr>
          <p:cNvSpPr/>
          <p:nvPr/>
        </p:nvSpPr>
        <p:spPr>
          <a:xfrm>
            <a:off x="3437613" y="2177140"/>
            <a:ext cx="2573112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Прямоугольник 10">
            <a:extLst>
              <a:ext uri="{FF2B5EF4-FFF2-40B4-BE49-F238E27FC236}">
                <a16:creationId xmlns:a16="http://schemas.microsoft.com/office/drawing/2014/main" id="{38798F85-DBFC-C1A9-21EE-9B907F16C942}"/>
              </a:ext>
            </a:extLst>
          </p:cNvPr>
          <p:cNvSpPr/>
          <p:nvPr/>
        </p:nvSpPr>
        <p:spPr>
          <a:xfrm>
            <a:off x="6185879" y="2177140"/>
            <a:ext cx="2573112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11">
            <a:extLst>
              <a:ext uri="{FF2B5EF4-FFF2-40B4-BE49-F238E27FC236}">
                <a16:creationId xmlns:a16="http://schemas.microsoft.com/office/drawing/2014/main" id="{989D7E5D-FFE7-8920-45F2-E2B0F189B51A}"/>
              </a:ext>
            </a:extLst>
          </p:cNvPr>
          <p:cNvSpPr/>
          <p:nvPr/>
        </p:nvSpPr>
        <p:spPr>
          <a:xfrm>
            <a:off x="1471388" y="1937430"/>
            <a:ext cx="1002923" cy="8348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12">
            <a:extLst>
              <a:ext uri="{FF2B5EF4-FFF2-40B4-BE49-F238E27FC236}">
                <a16:creationId xmlns:a16="http://schemas.microsoft.com/office/drawing/2014/main" id="{DAD0E90F-94EC-027C-47F6-2943FED31162}"/>
              </a:ext>
            </a:extLst>
          </p:cNvPr>
          <p:cNvSpPr/>
          <p:nvPr/>
        </p:nvSpPr>
        <p:spPr>
          <a:xfrm>
            <a:off x="4230462" y="1882895"/>
            <a:ext cx="1002923" cy="8348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Прямоугольник 13">
            <a:extLst>
              <a:ext uri="{FF2B5EF4-FFF2-40B4-BE49-F238E27FC236}">
                <a16:creationId xmlns:a16="http://schemas.microsoft.com/office/drawing/2014/main" id="{1A63F602-CA43-D5E8-72D6-46A17A892997}"/>
              </a:ext>
            </a:extLst>
          </p:cNvPr>
          <p:cNvSpPr/>
          <p:nvPr/>
        </p:nvSpPr>
        <p:spPr>
          <a:xfrm>
            <a:off x="6978719" y="1882895"/>
            <a:ext cx="1002923" cy="8348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Уровень текста 1…">
            <a:extLst>
              <a:ext uri="{FF2B5EF4-FFF2-40B4-BE49-F238E27FC236}">
                <a16:creationId xmlns:a16="http://schemas.microsoft.com/office/drawing/2014/main" id="{E76F9502-77C8-58FE-3D4F-05F39A3D3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8817" y="2846728"/>
            <a:ext cx="2245793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525F302E-CF75-20DE-4182-BF8CE4EF4E2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26080" y="2846728"/>
            <a:ext cx="2245793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E2CBA223-3250-AE75-B481-843DD55D9D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72526" y="2843665"/>
            <a:ext cx="2245793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Прямоугольник 20">
            <a:extLst>
              <a:ext uri="{FF2B5EF4-FFF2-40B4-BE49-F238E27FC236}">
                <a16:creationId xmlns:a16="http://schemas.microsoft.com/office/drawing/2014/main" id="{B199889F-DE72-4929-FC92-7D517648F055}"/>
              </a:ext>
            </a:extLst>
          </p:cNvPr>
          <p:cNvSpPr/>
          <p:nvPr/>
        </p:nvSpPr>
        <p:spPr>
          <a:xfrm>
            <a:off x="8945639" y="2177140"/>
            <a:ext cx="2573112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3" name="Прямоугольник 21">
            <a:extLst>
              <a:ext uri="{FF2B5EF4-FFF2-40B4-BE49-F238E27FC236}">
                <a16:creationId xmlns:a16="http://schemas.microsoft.com/office/drawing/2014/main" id="{C7B05676-CB04-7A41-2062-86E605331B63}"/>
              </a:ext>
            </a:extLst>
          </p:cNvPr>
          <p:cNvSpPr/>
          <p:nvPr/>
        </p:nvSpPr>
        <p:spPr>
          <a:xfrm>
            <a:off x="9738478" y="1882895"/>
            <a:ext cx="1002923" cy="83480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38096" dir="2700000" algn="tl">
              <a:srgbClr val="000000">
                <a:alpha val="40000"/>
              </a:srgbClr>
            </a:outerShdw>
          </a:effectLst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44CBDF05-62BD-7B32-3DB6-8920C848D7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32277" y="2843665"/>
            <a:ext cx="2245793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6A8A8565-58AE-4CC2-4F57-F1310A88CAD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9D50CB05-6CF8-4E47-8E84-3D66CFD7320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59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8">
            <a:extLst>
              <a:ext uri="{FF2B5EF4-FFF2-40B4-BE49-F238E27FC236}">
                <a16:creationId xmlns:a16="http://schemas.microsoft.com/office/drawing/2014/main" id="{DFE14A3B-06CB-3284-013D-D2A644934D92}"/>
              </a:ext>
            </a:extLst>
          </p:cNvPr>
          <p:cNvSpPr/>
          <p:nvPr/>
        </p:nvSpPr>
        <p:spPr>
          <a:xfrm>
            <a:off x="838203" y="2177140"/>
            <a:ext cx="4925781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C2C57D20-9704-E800-3228-9324966F2C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568555"/>
            <a:ext cx="10515600" cy="132555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61ED7BC5-7ECC-22FF-9B40-656A541C8C8C}"/>
              </a:ext>
            </a:extLst>
          </p:cNvPr>
          <p:cNvSpPr/>
          <p:nvPr/>
        </p:nvSpPr>
        <p:spPr>
          <a:xfrm>
            <a:off x="6428012" y="2177140"/>
            <a:ext cx="4925790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Уровень текста 1…">
            <a:extLst>
              <a:ext uri="{FF2B5EF4-FFF2-40B4-BE49-F238E27FC236}">
                <a16:creationId xmlns:a16="http://schemas.microsoft.com/office/drawing/2014/main" id="{9AF248A3-2366-1B00-C99D-A54332DD9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94481" y="2360276"/>
            <a:ext cx="4299188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EAB5D8BC-27FF-C25E-196A-3750C23B17D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82480" y="2360276"/>
            <a:ext cx="4299188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0A774013-84D9-F320-6CFB-FA511386CF8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B7D2F421-0A30-49DE-B9D6-0A39128444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77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8">
            <a:extLst>
              <a:ext uri="{FF2B5EF4-FFF2-40B4-BE49-F238E27FC236}">
                <a16:creationId xmlns:a16="http://schemas.microsoft.com/office/drawing/2014/main" id="{A6A2CC7E-7F87-4958-721B-86C3D18C68FB}"/>
              </a:ext>
            </a:extLst>
          </p:cNvPr>
          <p:cNvSpPr/>
          <p:nvPr/>
        </p:nvSpPr>
        <p:spPr>
          <a:xfrm>
            <a:off x="838203" y="2177140"/>
            <a:ext cx="2979060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30259A94-2646-BB10-E2ED-7A821716E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565492"/>
            <a:ext cx="10515600" cy="132555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C9825434-B0EA-1542-0D03-677CA297C144}"/>
              </a:ext>
            </a:extLst>
          </p:cNvPr>
          <p:cNvSpPr/>
          <p:nvPr/>
        </p:nvSpPr>
        <p:spPr>
          <a:xfrm>
            <a:off x="4606472" y="2177140"/>
            <a:ext cx="2979060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Прямоугольник 10">
            <a:extLst>
              <a:ext uri="{FF2B5EF4-FFF2-40B4-BE49-F238E27FC236}">
                <a16:creationId xmlns:a16="http://schemas.microsoft.com/office/drawing/2014/main" id="{7DBF81BB-C321-A14A-4ABD-7225F179E6BA}"/>
              </a:ext>
            </a:extLst>
          </p:cNvPr>
          <p:cNvSpPr/>
          <p:nvPr/>
        </p:nvSpPr>
        <p:spPr>
          <a:xfrm>
            <a:off x="8374742" y="2177140"/>
            <a:ext cx="2979060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Уровень текста 1…">
            <a:extLst>
              <a:ext uri="{FF2B5EF4-FFF2-40B4-BE49-F238E27FC236}">
                <a16:creationId xmlns:a16="http://schemas.microsoft.com/office/drawing/2014/main" id="{41B41E82-7112-AAA8-6E11-E72BEE6A2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8471" y="2180203"/>
            <a:ext cx="2600096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8974A569-F31E-91F3-AECC-3A8C438B42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94930" y="2180203"/>
            <a:ext cx="2600096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D7FE0FDD-3211-1ED1-3689-3D22A31A05A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561390" y="2177140"/>
            <a:ext cx="2600096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CCFC4958-0C67-5F65-658C-A993567333B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0BE4E0E7-53C9-41A6-B712-265EAB7211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00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8">
            <a:extLst>
              <a:ext uri="{FF2B5EF4-FFF2-40B4-BE49-F238E27FC236}">
                <a16:creationId xmlns:a16="http://schemas.microsoft.com/office/drawing/2014/main" id="{D148EC96-0508-8E25-671A-B493A44336CB}"/>
              </a:ext>
            </a:extLst>
          </p:cNvPr>
          <p:cNvSpPr/>
          <p:nvPr/>
        </p:nvSpPr>
        <p:spPr>
          <a:xfrm>
            <a:off x="678539" y="2177140"/>
            <a:ext cx="2573112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92D98712-8B2A-29F5-AE8F-E9A4FD4026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565492"/>
            <a:ext cx="10515600" cy="1325559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Прямоугольник 9">
            <a:extLst>
              <a:ext uri="{FF2B5EF4-FFF2-40B4-BE49-F238E27FC236}">
                <a16:creationId xmlns:a16="http://schemas.microsoft.com/office/drawing/2014/main" id="{7CA50A4C-421F-86CC-A387-1097A658C870}"/>
              </a:ext>
            </a:extLst>
          </p:cNvPr>
          <p:cNvSpPr/>
          <p:nvPr/>
        </p:nvSpPr>
        <p:spPr>
          <a:xfrm>
            <a:off x="3437613" y="2177140"/>
            <a:ext cx="2573112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Прямоугольник 10">
            <a:extLst>
              <a:ext uri="{FF2B5EF4-FFF2-40B4-BE49-F238E27FC236}">
                <a16:creationId xmlns:a16="http://schemas.microsoft.com/office/drawing/2014/main" id="{7A29059F-6DAE-182C-22BF-9DCEE7DFEDE9}"/>
              </a:ext>
            </a:extLst>
          </p:cNvPr>
          <p:cNvSpPr/>
          <p:nvPr/>
        </p:nvSpPr>
        <p:spPr>
          <a:xfrm>
            <a:off x="6185879" y="2177140"/>
            <a:ext cx="2573112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Уровень текста 1…">
            <a:extLst>
              <a:ext uri="{FF2B5EF4-FFF2-40B4-BE49-F238E27FC236}">
                <a16:creationId xmlns:a16="http://schemas.microsoft.com/office/drawing/2014/main" id="{8EF399EC-0095-5165-FBA6-9CECF823C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8817" y="2287133"/>
            <a:ext cx="2245793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  <a:lvl2pPr marL="0" indent="457200">
              <a:buNone/>
              <a:defRPr sz="2400" b="1">
                <a:solidFill>
                  <a:srgbClr val="FFFFFF"/>
                </a:solidFill>
              </a:defRPr>
            </a:lvl2pPr>
            <a:lvl3pPr marL="0" indent="914400">
              <a:buNone/>
              <a:defRPr sz="2400" b="1">
                <a:solidFill>
                  <a:srgbClr val="FFFFFF"/>
                </a:solidFill>
              </a:defRPr>
            </a:lvl3pPr>
            <a:lvl4pPr marL="0" indent="1371600">
              <a:buNone/>
              <a:defRPr sz="2400" b="1">
                <a:solidFill>
                  <a:srgbClr val="FFFFFF"/>
                </a:solidFill>
              </a:defRPr>
            </a:lvl4pPr>
            <a:lvl5pPr marL="0" indent="1828800">
              <a:buNone/>
              <a:defRPr sz="24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474CFCEB-E3E3-E152-C097-96BC59F936C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26080" y="2287133"/>
            <a:ext cx="2245793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3F418B5D-B2E2-D60B-59FB-487C86B9E9D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72526" y="2284070"/>
            <a:ext cx="2245793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Прямоугольник 20">
            <a:extLst>
              <a:ext uri="{FF2B5EF4-FFF2-40B4-BE49-F238E27FC236}">
                <a16:creationId xmlns:a16="http://schemas.microsoft.com/office/drawing/2014/main" id="{3025F6DF-BB42-5BC2-F0CD-A4D25DD14B14}"/>
              </a:ext>
            </a:extLst>
          </p:cNvPr>
          <p:cNvSpPr/>
          <p:nvPr/>
        </p:nvSpPr>
        <p:spPr>
          <a:xfrm>
            <a:off x="8945639" y="2177140"/>
            <a:ext cx="2573112" cy="46808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8F088E99-FAAA-3C23-017D-732F8F0B45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32277" y="2284070"/>
            <a:ext cx="2245793" cy="823910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Номер слайда">
            <a:extLst>
              <a:ext uri="{FF2B5EF4-FFF2-40B4-BE49-F238E27FC236}">
                <a16:creationId xmlns:a16="http://schemas.microsoft.com/office/drawing/2014/main" id="{B380E57B-3720-B38D-4D3F-B23C3A4F0D5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5183073E-3716-4A9F-951F-C143C18838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0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>
            <a:extLst>
              <a:ext uri="{FF2B5EF4-FFF2-40B4-BE49-F238E27FC236}">
                <a16:creationId xmlns:a16="http://schemas.microsoft.com/office/drawing/2014/main" id="{274E9AA4-85F3-CCAD-FBEA-111C831E25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4529" y="524929"/>
            <a:ext cx="3650668" cy="2051584"/>
          </a:xfrm>
        </p:spPr>
        <p:txBody>
          <a:bodyPr anchor="b"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6">
            <a:extLst>
              <a:ext uri="{FF2B5EF4-FFF2-40B4-BE49-F238E27FC236}">
                <a16:creationId xmlns:a16="http://schemas.microsoft.com/office/drawing/2014/main" id="{41CF0ABF-70EE-35EE-4B34-89BF9BFD143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360560" y="3037417"/>
            <a:ext cx="6831436" cy="3236381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C01B20A5-B6FF-1D63-AE5E-B71B32A64AE5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22041" y="3037417"/>
            <a:ext cx="3873288" cy="3236381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5" name="Прямоугольник 8">
            <a:extLst>
              <a:ext uri="{FF2B5EF4-FFF2-40B4-BE49-F238E27FC236}">
                <a16:creationId xmlns:a16="http://schemas.microsoft.com/office/drawing/2014/main" id="{E8565C21-15E3-E74B-73F1-895B32174F5C}"/>
              </a:ext>
            </a:extLst>
          </p:cNvPr>
          <p:cNvSpPr/>
          <p:nvPr/>
        </p:nvSpPr>
        <p:spPr>
          <a:xfrm>
            <a:off x="0" y="0"/>
            <a:ext cx="169337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0000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3C50B004-01BE-F35D-3A08-8203B69240B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360560" y="0"/>
            <a:ext cx="6831436" cy="2699656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2FB2AC02-AEDD-47F4-DF6C-48AB943D5C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C0555C58-54D8-40E5-9CFE-4E7A6B50F0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2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73F1D6AC-221E-2E59-D50F-A1CE70277123}"/>
              </a:ext>
            </a:extLst>
          </p:cNvPr>
          <p:cNvSpPr/>
          <p:nvPr/>
        </p:nvSpPr>
        <p:spPr>
          <a:xfrm>
            <a:off x="0" y="0"/>
            <a:ext cx="6197602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Уровень текста 1…">
            <a:extLst>
              <a:ext uri="{FF2B5EF4-FFF2-40B4-BE49-F238E27FC236}">
                <a16:creationId xmlns:a16="http://schemas.microsoft.com/office/drawing/2014/main" id="{0AC2E906-AEFF-73EA-246C-8558B36D56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34612" y="992188"/>
            <a:ext cx="4991325" cy="4873623"/>
          </a:xfrm>
        </p:spPr>
        <p:txBody>
          <a:bodyPr/>
          <a:lstStyle>
            <a:lvl1pPr>
              <a:defRPr sz="3200"/>
            </a:lvl1pPr>
            <a:lvl2pPr marL="718453" indent="-261253">
              <a:defRPr sz="3200"/>
            </a:lvl2pPr>
            <a:lvl3pPr marL="1219196" indent="-304796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Рисунок 12">
            <a:extLst>
              <a:ext uri="{FF2B5EF4-FFF2-40B4-BE49-F238E27FC236}">
                <a16:creationId xmlns:a16="http://schemas.microsoft.com/office/drawing/2014/main" id="{77FA4250-F12B-ADB3-1BB7-4E1EB5E05BF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94177" y="696681"/>
            <a:ext cx="4907182" cy="5476652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5" name="Прямоугольник 13">
            <a:extLst>
              <a:ext uri="{FF2B5EF4-FFF2-40B4-BE49-F238E27FC236}">
                <a16:creationId xmlns:a16="http://schemas.microsoft.com/office/drawing/2014/main" id="{3B8EB711-0A9F-7668-D628-E9FE843A3907}"/>
              </a:ext>
            </a:extLst>
          </p:cNvPr>
          <p:cNvSpPr/>
          <p:nvPr/>
        </p:nvSpPr>
        <p:spPr>
          <a:xfrm>
            <a:off x="6473906" y="503916"/>
            <a:ext cx="520540" cy="546326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803B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803B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14">
            <a:extLst>
              <a:ext uri="{FF2B5EF4-FFF2-40B4-BE49-F238E27FC236}">
                <a16:creationId xmlns:a16="http://schemas.microsoft.com/office/drawing/2014/main" id="{70BFBEAA-85DE-BDF9-5F12-9E6ECB37E231}"/>
              </a:ext>
            </a:extLst>
          </p:cNvPr>
          <p:cNvSpPr/>
          <p:nvPr/>
        </p:nvSpPr>
        <p:spPr>
          <a:xfrm>
            <a:off x="7407234" y="195032"/>
            <a:ext cx="294299" cy="30888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803B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803B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15">
            <a:extLst>
              <a:ext uri="{FF2B5EF4-FFF2-40B4-BE49-F238E27FC236}">
                <a16:creationId xmlns:a16="http://schemas.microsoft.com/office/drawing/2014/main" id="{76BE86F5-F6FA-B944-840B-AB286FA5C6D2}"/>
              </a:ext>
            </a:extLst>
          </p:cNvPr>
          <p:cNvSpPr/>
          <p:nvPr/>
        </p:nvSpPr>
        <p:spPr>
          <a:xfrm>
            <a:off x="10143174" y="6173333"/>
            <a:ext cx="294299" cy="30888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803B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803B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Номер слайда">
            <a:extLst>
              <a:ext uri="{FF2B5EF4-FFF2-40B4-BE49-F238E27FC236}">
                <a16:creationId xmlns:a16="http://schemas.microsoft.com/office/drawing/2014/main" id="{8078D8FC-E226-5E4C-899B-5AD7E4A2417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C74DD7A4-CF21-48FB-8D5B-5D94E67F91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63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8">
            <a:extLst>
              <a:ext uri="{FF2B5EF4-FFF2-40B4-BE49-F238E27FC236}">
                <a16:creationId xmlns:a16="http://schemas.microsoft.com/office/drawing/2014/main" id="{27FB5E4A-07BB-4915-202B-2C75FFA60F4D}"/>
              </a:ext>
            </a:extLst>
          </p:cNvPr>
          <p:cNvSpPr/>
          <p:nvPr/>
        </p:nvSpPr>
        <p:spPr>
          <a:xfrm>
            <a:off x="939802" y="1891052"/>
            <a:ext cx="2612568" cy="4136571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803B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803B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0CDCD908-E2A6-28D0-FBAD-2FBA15AAC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565492"/>
            <a:ext cx="10409913" cy="1325559"/>
          </a:xfrm>
        </p:spPr>
        <p:txBody>
          <a:bodyPr/>
          <a:lstStyle>
            <a:lvl1pPr algn="r"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D51F2BA0-4140-C8EB-268C-59DA152A658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247771" y="2195849"/>
            <a:ext cx="2613026" cy="410686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5" name="Прямоугольник 13">
            <a:extLst>
              <a:ext uri="{FF2B5EF4-FFF2-40B4-BE49-F238E27FC236}">
                <a16:creationId xmlns:a16="http://schemas.microsoft.com/office/drawing/2014/main" id="{55A5ED35-2A53-1D3F-FB14-C9E15DC508B9}"/>
              </a:ext>
            </a:extLst>
          </p:cNvPr>
          <p:cNvSpPr/>
          <p:nvPr/>
        </p:nvSpPr>
        <p:spPr>
          <a:xfrm>
            <a:off x="4633685" y="1891052"/>
            <a:ext cx="2612568" cy="4136571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803B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803B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DD8C4EBF-7606-2B53-5FA7-54EDCBAD73E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941655" y="2195849"/>
            <a:ext cx="2613026" cy="410686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7" name="Прямоугольник 21">
            <a:extLst>
              <a:ext uri="{FF2B5EF4-FFF2-40B4-BE49-F238E27FC236}">
                <a16:creationId xmlns:a16="http://schemas.microsoft.com/office/drawing/2014/main" id="{1E1CF9A1-5C6A-5558-1769-81C60BB81496}"/>
              </a:ext>
            </a:extLst>
          </p:cNvPr>
          <p:cNvSpPr/>
          <p:nvPr/>
        </p:nvSpPr>
        <p:spPr>
          <a:xfrm>
            <a:off x="8327111" y="1929036"/>
            <a:ext cx="2612568" cy="4136571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803B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803B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8E26284E-CCCD-66C7-B838-00EB8E9DDDD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635090" y="2233833"/>
            <a:ext cx="2613026" cy="410686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00A338C8-0A1C-B5FB-F769-8553712F1AC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BE414535-D724-4A68-B196-B7E58AAD0E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67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>
            <a:extLst>
              <a:ext uri="{FF2B5EF4-FFF2-40B4-BE49-F238E27FC236}">
                <a16:creationId xmlns:a16="http://schemas.microsoft.com/office/drawing/2014/main" id="{8F84A677-9959-A87B-351A-F782A921D8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075" y="2548387"/>
            <a:ext cx="3207660" cy="1600200"/>
          </a:xfrm>
        </p:spPr>
        <p:txBody>
          <a:bodyPr anchor="b"/>
          <a:lstStyle>
            <a:lvl1pPr>
              <a:defRPr sz="4800"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FE1D2CEF-13F5-C3A4-C9F3-0D149A6BB190}"/>
              </a:ext>
            </a:extLst>
          </p:cNvPr>
          <p:cNvSpPr/>
          <p:nvPr/>
        </p:nvSpPr>
        <p:spPr>
          <a:xfrm>
            <a:off x="4049484" y="-4764"/>
            <a:ext cx="8142512" cy="4286478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4" name="Рисунок 9">
            <a:extLst>
              <a:ext uri="{FF2B5EF4-FFF2-40B4-BE49-F238E27FC236}">
                <a16:creationId xmlns:a16="http://schemas.microsoft.com/office/drawing/2014/main" id="{A426BAC2-8F76-1505-C099-345CAD60F48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049484" y="4281485"/>
            <a:ext cx="8142512" cy="2576514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5" name="Уровень текста 1…">
            <a:extLst>
              <a:ext uri="{FF2B5EF4-FFF2-40B4-BE49-F238E27FC236}">
                <a16:creationId xmlns:a16="http://schemas.microsoft.com/office/drawing/2014/main" id="{510D712A-EAA5-983C-810B-DA3BB30AA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23219" y="457200"/>
            <a:ext cx="7375294" cy="3345542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0" indent="457200">
              <a:buNone/>
              <a:defRPr sz="2400">
                <a:solidFill>
                  <a:srgbClr val="FFFFFF"/>
                </a:solidFill>
              </a:defRPr>
            </a:lvl2pPr>
            <a:lvl3pPr marL="0" indent="914400">
              <a:buNone/>
              <a:defRPr sz="2400">
                <a:solidFill>
                  <a:srgbClr val="FFFFFF"/>
                </a:solidFill>
              </a:defRPr>
            </a:lvl3pPr>
            <a:lvl4pPr marL="0" indent="1371600">
              <a:buNone/>
              <a:defRPr sz="2400">
                <a:solidFill>
                  <a:srgbClr val="FFFFFF"/>
                </a:solidFill>
              </a:defRPr>
            </a:lvl4pPr>
            <a:lvl5pPr marL="0" indent="1828800">
              <a:buNone/>
              <a:defRPr sz="2400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Прямоугольник 10">
            <a:extLst>
              <a:ext uri="{FF2B5EF4-FFF2-40B4-BE49-F238E27FC236}">
                <a16:creationId xmlns:a16="http://schemas.microsoft.com/office/drawing/2014/main" id="{3763A806-7818-29CB-D6A1-2FCB3569FEDE}"/>
              </a:ext>
            </a:extLst>
          </p:cNvPr>
          <p:cNvSpPr/>
          <p:nvPr/>
        </p:nvSpPr>
        <p:spPr>
          <a:xfrm>
            <a:off x="11168737" y="3119768"/>
            <a:ext cx="1059542" cy="1112038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11">
            <a:extLst>
              <a:ext uri="{FF2B5EF4-FFF2-40B4-BE49-F238E27FC236}">
                <a16:creationId xmlns:a16="http://schemas.microsoft.com/office/drawing/2014/main" id="{2B17BB40-2FD3-84CB-0B21-7DB64DBAFCBD}"/>
              </a:ext>
            </a:extLst>
          </p:cNvPr>
          <p:cNvSpPr/>
          <p:nvPr/>
        </p:nvSpPr>
        <p:spPr>
          <a:xfrm>
            <a:off x="11470178" y="2597499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Прямоугольник 12">
            <a:extLst>
              <a:ext uri="{FF2B5EF4-FFF2-40B4-BE49-F238E27FC236}">
                <a16:creationId xmlns:a16="http://schemas.microsoft.com/office/drawing/2014/main" id="{0841D511-44AF-FFE5-7BD6-78F478E1E4D2}"/>
              </a:ext>
            </a:extLst>
          </p:cNvPr>
          <p:cNvSpPr/>
          <p:nvPr/>
        </p:nvSpPr>
        <p:spPr>
          <a:xfrm>
            <a:off x="10119107" y="3629975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Прямоугольник 13">
            <a:extLst>
              <a:ext uri="{FF2B5EF4-FFF2-40B4-BE49-F238E27FC236}">
                <a16:creationId xmlns:a16="http://schemas.microsoft.com/office/drawing/2014/main" id="{C24ED79E-007B-44F8-6635-520AFC93B799}"/>
              </a:ext>
            </a:extLst>
          </p:cNvPr>
          <p:cNvSpPr/>
          <p:nvPr/>
        </p:nvSpPr>
        <p:spPr>
          <a:xfrm>
            <a:off x="360008" y="2521174"/>
            <a:ext cx="294299" cy="30888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0" name="Номер слайда">
            <a:extLst>
              <a:ext uri="{FF2B5EF4-FFF2-40B4-BE49-F238E27FC236}">
                <a16:creationId xmlns:a16="http://schemas.microsoft.com/office/drawing/2014/main" id="{49C12351-B87D-83AA-3568-33D3A91EA8E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AD1B06AC-D5EB-410B-BD35-C80F61B1A4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91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>
            <a:extLst>
              <a:ext uri="{FF2B5EF4-FFF2-40B4-BE49-F238E27FC236}">
                <a16:creationId xmlns:a16="http://schemas.microsoft.com/office/drawing/2014/main" id="{B74CF0AF-699C-BEEA-38E7-0A4C40246D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075" y="1633767"/>
            <a:ext cx="3207660" cy="1600200"/>
          </a:xfrm>
        </p:spPr>
        <p:txBody>
          <a:bodyPr anchor="b"/>
          <a:lstStyle>
            <a:lvl1pPr>
              <a:defRPr sz="4800"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194C430F-3D6F-B78A-6F4A-111954D2A06E}"/>
              </a:ext>
            </a:extLst>
          </p:cNvPr>
          <p:cNvSpPr/>
          <p:nvPr/>
        </p:nvSpPr>
        <p:spPr>
          <a:xfrm>
            <a:off x="4049484" y="-4764"/>
            <a:ext cx="8142512" cy="686276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4" name="Прямоугольник 10">
            <a:extLst>
              <a:ext uri="{FF2B5EF4-FFF2-40B4-BE49-F238E27FC236}">
                <a16:creationId xmlns:a16="http://schemas.microsoft.com/office/drawing/2014/main" id="{CDA7070A-662B-40A0-DA5C-CD9C15A0201E}"/>
              </a:ext>
            </a:extLst>
          </p:cNvPr>
          <p:cNvSpPr/>
          <p:nvPr/>
        </p:nvSpPr>
        <p:spPr>
          <a:xfrm>
            <a:off x="11274049" y="5745961"/>
            <a:ext cx="1059542" cy="1112038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Прямоугольник 11">
            <a:extLst>
              <a:ext uri="{FF2B5EF4-FFF2-40B4-BE49-F238E27FC236}">
                <a16:creationId xmlns:a16="http://schemas.microsoft.com/office/drawing/2014/main" id="{52E3CDBF-87D2-B3C4-004C-86B5C40A6043}"/>
              </a:ext>
            </a:extLst>
          </p:cNvPr>
          <p:cNvSpPr/>
          <p:nvPr/>
        </p:nvSpPr>
        <p:spPr>
          <a:xfrm>
            <a:off x="11575490" y="5223692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12">
            <a:extLst>
              <a:ext uri="{FF2B5EF4-FFF2-40B4-BE49-F238E27FC236}">
                <a16:creationId xmlns:a16="http://schemas.microsoft.com/office/drawing/2014/main" id="{919CBF1F-477A-EB0E-9903-8053E9EE9C9F}"/>
              </a:ext>
            </a:extLst>
          </p:cNvPr>
          <p:cNvSpPr/>
          <p:nvPr/>
        </p:nvSpPr>
        <p:spPr>
          <a:xfrm>
            <a:off x="10224418" y="6256169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13">
            <a:extLst>
              <a:ext uri="{FF2B5EF4-FFF2-40B4-BE49-F238E27FC236}">
                <a16:creationId xmlns:a16="http://schemas.microsoft.com/office/drawing/2014/main" id="{59936539-EE2E-6CC1-5B02-E8D09D8F452F}"/>
              </a:ext>
            </a:extLst>
          </p:cNvPr>
          <p:cNvSpPr/>
          <p:nvPr/>
        </p:nvSpPr>
        <p:spPr>
          <a:xfrm>
            <a:off x="327766" y="1389065"/>
            <a:ext cx="294299" cy="30888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Прямоугольник 5">
            <a:extLst>
              <a:ext uri="{FF2B5EF4-FFF2-40B4-BE49-F238E27FC236}">
                <a16:creationId xmlns:a16="http://schemas.microsoft.com/office/drawing/2014/main" id="{A48580E8-9F6F-B699-977F-D7E06F75ECCB}"/>
              </a:ext>
            </a:extLst>
          </p:cNvPr>
          <p:cNvSpPr/>
          <p:nvPr/>
        </p:nvSpPr>
        <p:spPr>
          <a:xfrm>
            <a:off x="4630055" y="1015998"/>
            <a:ext cx="6643993" cy="4729962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0000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Уровень текста 1…">
            <a:extLst>
              <a:ext uri="{FF2B5EF4-FFF2-40B4-BE49-F238E27FC236}">
                <a16:creationId xmlns:a16="http://schemas.microsoft.com/office/drawing/2014/main" id="{BAEFD34D-E68D-16A8-94EA-C2703FC386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075" y="3478670"/>
            <a:ext cx="3207660" cy="1745022"/>
          </a:xfrm>
        </p:spPr>
        <p:txBody>
          <a:bodyPr/>
          <a:lstStyle>
            <a:lvl1pPr marL="0" indent="0">
              <a:buNone/>
              <a:defRPr sz="1800"/>
            </a:lvl1pPr>
            <a:lvl2pPr marL="0" indent="457200">
              <a:buNone/>
              <a:defRPr sz="1800"/>
            </a:lvl2pPr>
            <a:lvl3pPr marL="0" indent="914400">
              <a:buNone/>
              <a:defRPr sz="1800"/>
            </a:lvl3pPr>
            <a:lvl4pPr marL="0" indent="1371600">
              <a:buNone/>
              <a:defRPr sz="1800"/>
            </a:lvl4pPr>
            <a:lvl5pPr marL="2171699" indent="-342900"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">
            <a:extLst>
              <a:ext uri="{FF2B5EF4-FFF2-40B4-BE49-F238E27FC236}">
                <a16:creationId xmlns:a16="http://schemas.microsoft.com/office/drawing/2014/main" id="{0303259E-02CB-7A9D-FFFD-5BB1F33D1E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1B2C54BB-8116-48EA-B62D-7B0D06581C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984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>
            <a:extLst>
              <a:ext uri="{FF2B5EF4-FFF2-40B4-BE49-F238E27FC236}">
                <a16:creationId xmlns:a16="http://schemas.microsoft.com/office/drawing/2014/main" id="{D1859919-1309-B85C-36BC-310F3F40B8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5664" y="840013"/>
            <a:ext cx="6455645" cy="1131798"/>
          </a:xfrm>
        </p:spPr>
        <p:txBody>
          <a:bodyPr anchor="b"/>
          <a:lstStyle>
            <a:lvl1pPr>
              <a:defRPr sz="4800"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C030F29F-5EE7-E83B-9EA3-ACF82FA2F4EB}"/>
              </a:ext>
            </a:extLst>
          </p:cNvPr>
          <p:cNvSpPr/>
          <p:nvPr/>
        </p:nvSpPr>
        <p:spPr>
          <a:xfrm>
            <a:off x="10638970" y="5545141"/>
            <a:ext cx="1553026" cy="1325002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4" name="Прямоугольник 13">
            <a:extLst>
              <a:ext uri="{FF2B5EF4-FFF2-40B4-BE49-F238E27FC236}">
                <a16:creationId xmlns:a16="http://schemas.microsoft.com/office/drawing/2014/main" id="{3593A634-B4FA-F872-75D7-DB87A4172BC4}"/>
              </a:ext>
            </a:extLst>
          </p:cNvPr>
          <p:cNvSpPr/>
          <p:nvPr/>
        </p:nvSpPr>
        <p:spPr>
          <a:xfrm>
            <a:off x="474921" y="323743"/>
            <a:ext cx="294299" cy="30888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F4F5F98C-A891-3503-1C95-98C1C562C79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5545141"/>
            <a:ext cx="10609261" cy="1312858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6" name="Прямоугольник 14">
            <a:extLst>
              <a:ext uri="{FF2B5EF4-FFF2-40B4-BE49-F238E27FC236}">
                <a16:creationId xmlns:a16="http://schemas.microsoft.com/office/drawing/2014/main" id="{BE01AEEB-DA5B-28C3-735F-755D913F2598}"/>
              </a:ext>
            </a:extLst>
          </p:cNvPr>
          <p:cNvSpPr/>
          <p:nvPr/>
        </p:nvSpPr>
        <p:spPr>
          <a:xfrm>
            <a:off x="975664" y="0"/>
            <a:ext cx="446739" cy="468867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1198805-3E90-94DC-3AEE-DE9A87BE6E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6F71189F-E616-4031-B434-F11E483A69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123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>
            <a:extLst>
              <a:ext uri="{FF2B5EF4-FFF2-40B4-BE49-F238E27FC236}">
                <a16:creationId xmlns:a16="http://schemas.microsoft.com/office/drawing/2014/main" id="{EE69EE1D-15D7-88F2-E0FB-45AA53FF8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4529" y="524929"/>
            <a:ext cx="3650668" cy="2051584"/>
          </a:xfrm>
        </p:spPr>
        <p:txBody>
          <a:bodyPr anchor="b"/>
          <a:lstStyle>
            <a:lvl1pPr>
              <a:defRPr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6">
            <a:extLst>
              <a:ext uri="{FF2B5EF4-FFF2-40B4-BE49-F238E27FC236}">
                <a16:creationId xmlns:a16="http://schemas.microsoft.com/office/drawing/2014/main" id="{DB996239-A62F-A9A5-C671-2F04B5B1DEE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337675" y="2993873"/>
            <a:ext cx="3618107" cy="210457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4" name="Прямоугольник 8">
            <a:extLst>
              <a:ext uri="{FF2B5EF4-FFF2-40B4-BE49-F238E27FC236}">
                <a16:creationId xmlns:a16="http://schemas.microsoft.com/office/drawing/2014/main" id="{9075D4E9-0B86-6628-FFFF-CD66D5854C77}"/>
              </a:ext>
            </a:extLst>
          </p:cNvPr>
          <p:cNvSpPr/>
          <p:nvPr/>
        </p:nvSpPr>
        <p:spPr>
          <a:xfrm>
            <a:off x="0" y="2993873"/>
            <a:ext cx="1337675" cy="2104573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0000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11D125C0-8B8C-2473-94DB-ADEFC36B3CE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955782" y="2993873"/>
            <a:ext cx="3618107" cy="210457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92E0A475-9B9C-99E6-6360-ADBFA5C68CB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573889" y="2993873"/>
            <a:ext cx="3618107" cy="210457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7" name="Уровень текста 1…">
            <a:extLst>
              <a:ext uri="{FF2B5EF4-FFF2-40B4-BE49-F238E27FC236}">
                <a16:creationId xmlns:a16="http://schemas.microsoft.com/office/drawing/2014/main" id="{3B732984-8842-257A-F241-F3FD69641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75133" y="5326928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/>
            </a:lvl1pPr>
            <a:lvl2pPr marL="0" indent="457200" algn="ctr">
              <a:buNone/>
              <a:defRPr sz="1800"/>
            </a:lvl2pPr>
            <a:lvl3pPr marL="0" indent="914400" algn="ctr">
              <a:buNone/>
              <a:defRPr sz="1800"/>
            </a:lvl3pPr>
            <a:lvl4pPr marL="0" indent="1371600" algn="ctr">
              <a:buNone/>
              <a:defRPr sz="1800"/>
            </a:lvl4pPr>
            <a:lvl5pPr marL="0" indent="1828800" algn="ctr"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F93892F4-E7A0-3DDA-959A-AD4DF123B6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393240" y="5326928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9D6237E2-DDA1-6F2E-3EA4-AEB43390566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011347" y="5326928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Прямоугольник 15">
            <a:extLst>
              <a:ext uri="{FF2B5EF4-FFF2-40B4-BE49-F238E27FC236}">
                <a16:creationId xmlns:a16="http://schemas.microsoft.com/office/drawing/2014/main" id="{9666764C-83E2-D7DD-C6C0-6B441DEAC0EA}"/>
              </a:ext>
            </a:extLst>
          </p:cNvPr>
          <p:cNvSpPr/>
          <p:nvPr/>
        </p:nvSpPr>
        <p:spPr>
          <a:xfrm>
            <a:off x="10972800" y="524929"/>
            <a:ext cx="462421" cy="485326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1" name="Прямоугольник 16">
            <a:extLst>
              <a:ext uri="{FF2B5EF4-FFF2-40B4-BE49-F238E27FC236}">
                <a16:creationId xmlns:a16="http://schemas.microsoft.com/office/drawing/2014/main" id="{3A86940E-AA83-3B49-E4F3-651906A91132}"/>
              </a:ext>
            </a:extLst>
          </p:cNvPr>
          <p:cNvSpPr/>
          <p:nvPr/>
        </p:nvSpPr>
        <p:spPr>
          <a:xfrm>
            <a:off x="11587130" y="1117707"/>
            <a:ext cx="334834" cy="351422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2" name="Прямоугольник 17">
            <a:extLst>
              <a:ext uri="{FF2B5EF4-FFF2-40B4-BE49-F238E27FC236}">
                <a16:creationId xmlns:a16="http://schemas.microsoft.com/office/drawing/2014/main" id="{62E5F55F-164F-8A65-6B18-F9EC43CEEE9C}"/>
              </a:ext>
            </a:extLst>
          </p:cNvPr>
          <p:cNvSpPr/>
          <p:nvPr/>
        </p:nvSpPr>
        <p:spPr>
          <a:xfrm>
            <a:off x="1170258" y="5520315"/>
            <a:ext cx="334834" cy="351422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3" name="Номер слайда">
            <a:extLst>
              <a:ext uri="{FF2B5EF4-FFF2-40B4-BE49-F238E27FC236}">
                <a16:creationId xmlns:a16="http://schemas.microsoft.com/office/drawing/2014/main" id="{8CB409C7-750F-8417-7D0B-947572CDDE6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38DD1E3E-074E-4642-B18B-2C59685AB2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050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DC7B4C74-95C2-5588-77FF-B47ADA8AB2F9}"/>
              </a:ext>
            </a:extLst>
          </p:cNvPr>
          <p:cNvSpPr/>
          <p:nvPr/>
        </p:nvSpPr>
        <p:spPr>
          <a:xfrm>
            <a:off x="0" y="0"/>
            <a:ext cx="7284814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Рисунок 12">
            <a:extLst>
              <a:ext uri="{FF2B5EF4-FFF2-40B4-BE49-F238E27FC236}">
                <a16:creationId xmlns:a16="http://schemas.microsoft.com/office/drawing/2014/main" id="{85A840F0-66B0-DE5C-83E3-4D89991F342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284814" y="0"/>
            <a:ext cx="4907191" cy="2946397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4" name="Рисунок 12">
            <a:extLst>
              <a:ext uri="{FF2B5EF4-FFF2-40B4-BE49-F238E27FC236}">
                <a16:creationId xmlns:a16="http://schemas.microsoft.com/office/drawing/2014/main" id="{EB565EED-F212-6239-D7ED-3A65A58718D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284814" y="2946397"/>
            <a:ext cx="4907191" cy="2452914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5" name="Рисунок 12">
            <a:extLst>
              <a:ext uri="{FF2B5EF4-FFF2-40B4-BE49-F238E27FC236}">
                <a16:creationId xmlns:a16="http://schemas.microsoft.com/office/drawing/2014/main" id="{D4C0002D-A6F1-D71A-283A-67213DCF8B0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284814" y="5399312"/>
            <a:ext cx="4907191" cy="1458687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6" name="Уровень текста 1…">
            <a:extLst>
              <a:ext uri="{FF2B5EF4-FFF2-40B4-BE49-F238E27FC236}">
                <a16:creationId xmlns:a16="http://schemas.microsoft.com/office/drawing/2014/main" id="{864F9F48-738A-AF51-7770-5046E10BA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6673" y="2061030"/>
            <a:ext cx="6079900" cy="4285792"/>
          </a:xfrm>
        </p:spPr>
        <p:txBody>
          <a:bodyPr/>
          <a:lstStyle>
            <a:lvl1pPr>
              <a:defRPr sz="2400">
                <a:solidFill>
                  <a:srgbClr val="262626"/>
                </a:solidFill>
              </a:defRPr>
            </a:lvl1pPr>
            <a:lvl2pPr marL="731520" indent="-274320">
              <a:defRPr sz="2400">
                <a:solidFill>
                  <a:srgbClr val="262626"/>
                </a:solidFill>
              </a:defRPr>
            </a:lvl2pPr>
            <a:lvl3pPr marL="1219196" indent="-304796">
              <a:defRPr sz="2400">
                <a:solidFill>
                  <a:srgbClr val="262626"/>
                </a:solidFill>
              </a:defRPr>
            </a:lvl3pPr>
            <a:lvl4pPr marL="1714500" indent="-342900">
              <a:defRPr sz="2400">
                <a:solidFill>
                  <a:srgbClr val="262626"/>
                </a:solidFill>
              </a:defRPr>
            </a:lvl4pPr>
            <a:lvl5pPr marL="2171699" indent="-342900">
              <a:defRPr sz="2400">
                <a:solidFill>
                  <a:srgbClr val="262626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Текст заголовка">
            <a:extLst>
              <a:ext uri="{FF2B5EF4-FFF2-40B4-BE49-F238E27FC236}">
                <a16:creationId xmlns:a16="http://schemas.microsoft.com/office/drawing/2014/main" id="{6C1B6AE4-1806-8C41-4D9C-AE7061745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673" y="560005"/>
            <a:ext cx="5552035" cy="1202271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8" name="Прямоугольник 18">
            <a:extLst>
              <a:ext uri="{FF2B5EF4-FFF2-40B4-BE49-F238E27FC236}">
                <a16:creationId xmlns:a16="http://schemas.microsoft.com/office/drawing/2014/main" id="{A32C6D84-BBC9-2EC9-696A-055C1700E9DC}"/>
              </a:ext>
            </a:extLst>
          </p:cNvPr>
          <p:cNvSpPr/>
          <p:nvPr/>
        </p:nvSpPr>
        <p:spPr>
          <a:xfrm rot="5400013">
            <a:off x="14681" y="5772228"/>
            <a:ext cx="1059542" cy="1112038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Прямоугольник 19">
            <a:extLst>
              <a:ext uri="{FF2B5EF4-FFF2-40B4-BE49-F238E27FC236}">
                <a16:creationId xmlns:a16="http://schemas.microsoft.com/office/drawing/2014/main" id="{CB2847E7-7E26-9813-4B4E-4DCFB8356369}"/>
              </a:ext>
            </a:extLst>
          </p:cNvPr>
          <p:cNvSpPr/>
          <p:nvPr/>
        </p:nvSpPr>
        <p:spPr>
          <a:xfrm rot="5400013">
            <a:off x="857601" y="6057685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0" name="Прямоугольник 20">
            <a:extLst>
              <a:ext uri="{FF2B5EF4-FFF2-40B4-BE49-F238E27FC236}">
                <a16:creationId xmlns:a16="http://schemas.microsoft.com/office/drawing/2014/main" id="{2042057B-63A6-F8C0-0DCD-673F5533D2D4}"/>
              </a:ext>
            </a:extLst>
          </p:cNvPr>
          <p:cNvSpPr/>
          <p:nvPr/>
        </p:nvSpPr>
        <p:spPr>
          <a:xfrm rot="5400013">
            <a:off x="446533" y="4909126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1" name="Номер слайда">
            <a:extLst>
              <a:ext uri="{FF2B5EF4-FFF2-40B4-BE49-F238E27FC236}">
                <a16:creationId xmlns:a16="http://schemas.microsoft.com/office/drawing/2014/main" id="{34E4ADF5-A8FC-5AC9-D00F-8B4FF2F531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B18A8477-333F-473F-9B4C-3580082810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239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12D58A24-3692-C517-A9C7-29119BAC855A}"/>
              </a:ext>
            </a:extLst>
          </p:cNvPr>
          <p:cNvSpPr/>
          <p:nvPr/>
        </p:nvSpPr>
        <p:spPr>
          <a:xfrm>
            <a:off x="10914744" y="0"/>
            <a:ext cx="1277261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485A63-E0AD-9548-F0F2-83861C9BB8B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0885493" cy="3468913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4" name="Прямоугольник 13">
            <a:extLst>
              <a:ext uri="{FF2B5EF4-FFF2-40B4-BE49-F238E27FC236}">
                <a16:creationId xmlns:a16="http://schemas.microsoft.com/office/drawing/2014/main" id="{30E13418-D12F-4E12-B624-A295AE7504C0}"/>
              </a:ext>
            </a:extLst>
          </p:cNvPr>
          <p:cNvSpPr/>
          <p:nvPr/>
        </p:nvSpPr>
        <p:spPr>
          <a:xfrm>
            <a:off x="1857832" y="3819677"/>
            <a:ext cx="653146" cy="685507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Уровень текста 1…">
            <a:extLst>
              <a:ext uri="{FF2B5EF4-FFF2-40B4-BE49-F238E27FC236}">
                <a16:creationId xmlns:a16="http://schemas.microsoft.com/office/drawing/2014/main" id="{24065670-3F2A-ED33-5C9C-37DE978F0A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1" y="4644758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/>
            </a:lvl1pPr>
            <a:lvl2pPr marL="0" indent="457200" algn="ctr">
              <a:buNone/>
              <a:defRPr sz="1800"/>
            </a:lvl2pPr>
            <a:lvl3pPr marL="0" indent="914400" algn="ctr">
              <a:buNone/>
              <a:defRPr sz="1800"/>
            </a:lvl3pPr>
            <a:lvl4pPr marL="0" indent="1371600" algn="ctr">
              <a:buNone/>
              <a:defRPr sz="1800"/>
            </a:lvl4pPr>
            <a:lvl5pPr marL="0" indent="1828800" algn="ctr"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Прямоугольник 22">
            <a:extLst>
              <a:ext uri="{FF2B5EF4-FFF2-40B4-BE49-F238E27FC236}">
                <a16:creationId xmlns:a16="http://schemas.microsoft.com/office/drawing/2014/main" id="{6DA64C95-A277-5969-B483-CA42962927CE}"/>
              </a:ext>
            </a:extLst>
          </p:cNvPr>
          <p:cNvSpPr/>
          <p:nvPr/>
        </p:nvSpPr>
        <p:spPr>
          <a:xfrm>
            <a:off x="5014679" y="3819677"/>
            <a:ext cx="653146" cy="685507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88846C0B-1EC8-44DD-41AC-DFB2F5246A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969657" y="4644758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Прямоугольник 24">
            <a:extLst>
              <a:ext uri="{FF2B5EF4-FFF2-40B4-BE49-F238E27FC236}">
                <a16:creationId xmlns:a16="http://schemas.microsoft.com/office/drawing/2014/main" id="{A17F1472-F036-AD72-35F7-762AFE61DCEA}"/>
              </a:ext>
            </a:extLst>
          </p:cNvPr>
          <p:cNvSpPr/>
          <p:nvPr/>
        </p:nvSpPr>
        <p:spPr>
          <a:xfrm>
            <a:off x="8171535" y="3819677"/>
            <a:ext cx="653146" cy="685507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32BDA560-1B21-A3CF-DDB9-451FB5B657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126513" y="4644758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Номер слайда">
            <a:extLst>
              <a:ext uri="{FF2B5EF4-FFF2-40B4-BE49-F238E27FC236}">
                <a16:creationId xmlns:a16="http://schemas.microsoft.com/office/drawing/2014/main" id="{F6A288D9-A1A4-BD44-9F94-602B700BDF2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38554D3D-092A-40C6-B0B7-0C703E06EA0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05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0EE0618D-0C58-0630-6D42-B72F9C8064F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Рисунок 12">
            <a:extLst>
              <a:ext uri="{FF2B5EF4-FFF2-40B4-BE49-F238E27FC236}">
                <a16:creationId xmlns:a16="http://schemas.microsoft.com/office/drawing/2014/main" id="{D1BD73AA-3F01-5506-B6B5-03BC5864B5C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0735" y="2815766"/>
            <a:ext cx="1874894" cy="3119411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4" name="Текст заголовка">
            <a:extLst>
              <a:ext uri="{FF2B5EF4-FFF2-40B4-BE49-F238E27FC236}">
                <a16:creationId xmlns:a16="http://schemas.microsoft.com/office/drawing/2014/main" id="{1E434B4F-356C-BBAC-AEA3-CDF1AD60A4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673" y="944008"/>
            <a:ext cx="4918758" cy="1202271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5" name="Прямоугольник 1">
            <a:extLst>
              <a:ext uri="{FF2B5EF4-FFF2-40B4-BE49-F238E27FC236}">
                <a16:creationId xmlns:a16="http://schemas.microsoft.com/office/drawing/2014/main" id="{29134C49-78EC-6722-1DB3-1A6429EB6481}"/>
              </a:ext>
            </a:extLst>
          </p:cNvPr>
          <p:cNvSpPr/>
          <p:nvPr/>
        </p:nvSpPr>
        <p:spPr>
          <a:xfrm>
            <a:off x="5788810" y="0"/>
            <a:ext cx="5733141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000000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Уровень текста 1…">
            <a:extLst>
              <a:ext uri="{FF2B5EF4-FFF2-40B4-BE49-F238E27FC236}">
                <a16:creationId xmlns:a16="http://schemas.microsoft.com/office/drawing/2014/main" id="{FF9745B9-EB03-1C8E-25EB-082FA92DA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3" y="560005"/>
            <a:ext cx="5016819" cy="5782738"/>
          </a:xfrm>
        </p:spPr>
        <p:txBody>
          <a:bodyPr/>
          <a:lstStyle>
            <a:lvl1pPr>
              <a:defRPr sz="3200"/>
            </a:lvl1pPr>
            <a:lvl2pPr marL="718453" indent="-261253">
              <a:defRPr sz="3200"/>
            </a:lvl2pPr>
            <a:lvl3pPr marL="1219196" indent="-304796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12">
            <a:extLst>
              <a:ext uri="{FF2B5EF4-FFF2-40B4-BE49-F238E27FC236}">
                <a16:creationId xmlns:a16="http://schemas.microsoft.com/office/drawing/2014/main" id="{0698EC97-F6AC-CB49-BF22-CB9C6E85398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903981" y="2815766"/>
            <a:ext cx="1986808" cy="3119411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8" name="Рисунок 12">
            <a:extLst>
              <a:ext uri="{FF2B5EF4-FFF2-40B4-BE49-F238E27FC236}">
                <a16:creationId xmlns:a16="http://schemas.microsoft.com/office/drawing/2014/main" id="{484531C4-A96B-8A25-CC9E-BAD0E6273C7F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3902348" y="2815766"/>
            <a:ext cx="1874894" cy="3119411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9" name="Номер слайда">
            <a:extLst>
              <a:ext uri="{FF2B5EF4-FFF2-40B4-BE49-F238E27FC236}">
                <a16:creationId xmlns:a16="http://schemas.microsoft.com/office/drawing/2014/main" id="{F0D4B899-639C-2E71-D140-DA10EC0793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90F1B507-ACD5-4E2F-B644-67B0138152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702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2">
            <a:extLst>
              <a:ext uri="{FF2B5EF4-FFF2-40B4-BE49-F238E27FC236}">
                <a16:creationId xmlns:a16="http://schemas.microsoft.com/office/drawing/2014/main" id="{745BFFDD-F57C-D34B-12B6-1540BE65015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413824" y="0"/>
            <a:ext cx="6778172" cy="68580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3" name="Образец заголовка">
            <a:extLst>
              <a:ext uri="{FF2B5EF4-FFF2-40B4-BE49-F238E27FC236}">
                <a16:creationId xmlns:a16="http://schemas.microsoft.com/office/drawing/2014/main" id="{09E49FD8-8BA1-35BE-EF4D-CCC8849C2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7539" y="1156203"/>
            <a:ext cx="3483434" cy="2023548"/>
          </a:xfrm>
          <a:solidFill>
            <a:srgbClr val="1A66FF"/>
          </a:solidFill>
          <a:ln w="19046">
            <a:solidFill>
              <a:srgbClr val="FFFFFF"/>
            </a:solidFill>
            <a:prstDash val="solid"/>
            <a:miter/>
          </a:ln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grpSp>
        <p:nvGrpSpPr>
          <p:cNvPr id="4" name="Заголовок 1">
            <a:extLst>
              <a:ext uri="{FF2B5EF4-FFF2-40B4-BE49-F238E27FC236}">
                <a16:creationId xmlns:a16="http://schemas.microsoft.com/office/drawing/2014/main" id="{01910632-80E9-B078-0237-09F5DEF77341}"/>
              </a:ext>
            </a:extLst>
          </p:cNvPr>
          <p:cNvGrpSpPr/>
          <p:nvPr/>
        </p:nvGrpSpPr>
        <p:grpSpPr>
          <a:xfrm>
            <a:off x="8122889" y="1156203"/>
            <a:ext cx="3483434" cy="2023548"/>
            <a:chOff x="8122889" y="1156203"/>
            <a:chExt cx="3483434" cy="2023548"/>
          </a:xfrm>
        </p:grpSpPr>
        <p:sp>
          <p:nvSpPr>
            <p:cNvPr id="5" name="Прямоугольник">
              <a:extLst>
                <a:ext uri="{FF2B5EF4-FFF2-40B4-BE49-F238E27FC236}">
                  <a16:creationId xmlns:a16="http://schemas.microsoft.com/office/drawing/2014/main" id="{E61CBB27-7606-C96D-386D-A7D287AA4A94}"/>
                </a:ext>
              </a:extLst>
            </p:cNvPr>
            <p:cNvSpPr/>
            <p:nvPr/>
          </p:nvSpPr>
          <p:spPr>
            <a:xfrm>
              <a:off x="8122889" y="1156203"/>
              <a:ext cx="3483434" cy="2023548"/>
            </a:xfrm>
            <a:prstGeom prst="rect">
              <a:avLst/>
            </a:prstGeom>
            <a:solidFill>
              <a:srgbClr val="1A66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45720" tIns="45720" rIns="4572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4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defRPr>
              </a:pPr>
              <a:endParaRPr lang="ru-RU" sz="4400" b="0" i="0" u="none" strike="noStrike" kern="0" cap="none" spc="0" baseline="0">
                <a:solidFill>
                  <a:srgbClr val="FFFFFF"/>
                </a:solidFill>
                <a:uFillTx/>
                <a:latin typeface="PermianSerifTypeface"/>
                <a:ea typeface="PermianSerifTypeface"/>
                <a:cs typeface="PermianSerifTypeface"/>
              </a:endParaRPr>
            </a:p>
          </p:txBody>
        </p:sp>
        <p:sp>
          <p:nvSpPr>
            <p:cNvPr id="6" name="Образец…">
              <a:extLst>
                <a:ext uri="{FF2B5EF4-FFF2-40B4-BE49-F238E27FC236}">
                  <a16:creationId xmlns:a16="http://schemas.microsoft.com/office/drawing/2014/main" id="{B616919A-DD1A-C106-019A-90A1D35D2642}"/>
                </a:ext>
              </a:extLst>
            </p:cNvPr>
            <p:cNvSpPr txBox="1"/>
            <p:nvPr/>
          </p:nvSpPr>
          <p:spPr>
            <a:xfrm>
              <a:off x="8178128" y="1165722"/>
              <a:ext cx="3372938" cy="200450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45720" tIns="45720" rIns="45720" bIns="45720" anchor="ctr" anchorCtr="1" compatLnSpc="1">
              <a:normAutofit/>
            </a:bodyPr>
            <a:lstStyle/>
            <a:p>
              <a:pPr marL="0" marR="0" lvl="0" indent="0" algn="ctr" defTabSz="914400" rtl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defRPr>
              </a:pPr>
              <a:r>
                <a:rPr lang="ru-RU"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rPr>
                <a:t>Образец </a:t>
              </a:r>
              <a:endParaRPr lang="ru-RU" sz="4400" b="0" i="0" u="none" strike="noStrike" kern="0" cap="none" spc="0" baseline="0">
                <a:solidFill>
                  <a:srgbClr val="FFFFFF"/>
                </a:solidFill>
                <a:uFillTx/>
                <a:latin typeface="PermianSerifTypeface"/>
                <a:ea typeface="PermianSerifTypeface"/>
                <a:cs typeface="PermianSerifTypeface"/>
              </a:endParaRPr>
            </a:p>
            <a:p>
              <a:pPr marL="0" marR="0" lvl="0" indent="0" algn="ctr" defTabSz="914400" rtl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defRPr>
              </a:pPr>
              <a:r>
                <a:rPr lang="ru-RU"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rPr>
                <a:t>заголовка</a:t>
              </a:r>
            </a:p>
          </p:txBody>
        </p:sp>
      </p:grpSp>
      <p:grpSp>
        <p:nvGrpSpPr>
          <p:cNvPr id="7" name="Заголовок 1">
            <a:extLst>
              <a:ext uri="{FF2B5EF4-FFF2-40B4-BE49-F238E27FC236}">
                <a16:creationId xmlns:a16="http://schemas.microsoft.com/office/drawing/2014/main" id="{A751EA30-B575-C020-33CF-58CDA113C30D}"/>
              </a:ext>
            </a:extLst>
          </p:cNvPr>
          <p:cNvGrpSpPr/>
          <p:nvPr/>
        </p:nvGrpSpPr>
        <p:grpSpPr>
          <a:xfrm>
            <a:off x="4107539" y="3776033"/>
            <a:ext cx="3483434" cy="2023548"/>
            <a:chOff x="4107539" y="3776033"/>
            <a:chExt cx="3483434" cy="2023548"/>
          </a:xfrm>
        </p:grpSpPr>
        <p:sp>
          <p:nvSpPr>
            <p:cNvPr id="8" name="Прямоугольник">
              <a:extLst>
                <a:ext uri="{FF2B5EF4-FFF2-40B4-BE49-F238E27FC236}">
                  <a16:creationId xmlns:a16="http://schemas.microsoft.com/office/drawing/2014/main" id="{1EBFFD8E-97CA-D10D-687F-8624925B40A4}"/>
                </a:ext>
              </a:extLst>
            </p:cNvPr>
            <p:cNvSpPr/>
            <p:nvPr/>
          </p:nvSpPr>
          <p:spPr>
            <a:xfrm>
              <a:off x="4107539" y="3776033"/>
              <a:ext cx="3483434" cy="2023548"/>
            </a:xfrm>
            <a:prstGeom prst="rect">
              <a:avLst/>
            </a:prstGeom>
            <a:solidFill>
              <a:srgbClr val="1A66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45720" tIns="45720" rIns="4572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4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defRPr>
              </a:pPr>
              <a:endParaRPr lang="ru-RU" sz="4400" b="0" i="0" u="none" strike="noStrike" kern="0" cap="none" spc="0" baseline="0">
                <a:solidFill>
                  <a:srgbClr val="FFFFFF"/>
                </a:solidFill>
                <a:uFillTx/>
                <a:latin typeface="PermianSerifTypeface"/>
                <a:ea typeface="PermianSerifTypeface"/>
                <a:cs typeface="PermianSerifTypeface"/>
              </a:endParaRPr>
            </a:p>
          </p:txBody>
        </p:sp>
        <p:sp>
          <p:nvSpPr>
            <p:cNvPr id="9" name="Образец…">
              <a:extLst>
                <a:ext uri="{FF2B5EF4-FFF2-40B4-BE49-F238E27FC236}">
                  <a16:creationId xmlns:a16="http://schemas.microsoft.com/office/drawing/2014/main" id="{645E19B5-337B-F6C4-9E1D-CF130C0788D6}"/>
                </a:ext>
              </a:extLst>
            </p:cNvPr>
            <p:cNvSpPr txBox="1"/>
            <p:nvPr/>
          </p:nvSpPr>
          <p:spPr>
            <a:xfrm>
              <a:off x="4162787" y="3785551"/>
              <a:ext cx="3372938" cy="200450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45720" tIns="45720" rIns="45720" bIns="45720" anchor="ctr" anchorCtr="1" compatLnSpc="1">
              <a:normAutofit/>
            </a:bodyPr>
            <a:lstStyle/>
            <a:p>
              <a:pPr marL="0" marR="0" lvl="0" indent="0" algn="ctr" defTabSz="914400" rtl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defRPr>
              </a:pPr>
              <a:r>
                <a:rPr lang="ru-RU"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rPr>
                <a:t>Образец </a:t>
              </a:r>
              <a:endParaRPr lang="ru-RU" sz="4400" b="0" i="0" u="none" strike="noStrike" kern="0" cap="none" spc="0" baseline="0">
                <a:solidFill>
                  <a:srgbClr val="FFFFFF"/>
                </a:solidFill>
                <a:uFillTx/>
                <a:latin typeface="PermianSerifTypeface"/>
                <a:ea typeface="PermianSerifTypeface"/>
                <a:cs typeface="PermianSerifTypeface"/>
              </a:endParaRPr>
            </a:p>
            <a:p>
              <a:pPr marL="0" marR="0" lvl="0" indent="0" algn="ctr" defTabSz="914400" rtl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defRPr>
              </a:pPr>
              <a:r>
                <a:rPr lang="ru-RU"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rPr>
                <a:t>заголовка</a:t>
              </a:r>
            </a:p>
          </p:txBody>
        </p:sp>
      </p:grpSp>
      <p:grpSp>
        <p:nvGrpSpPr>
          <p:cNvPr id="10" name="Заголовок 1">
            <a:extLst>
              <a:ext uri="{FF2B5EF4-FFF2-40B4-BE49-F238E27FC236}">
                <a16:creationId xmlns:a16="http://schemas.microsoft.com/office/drawing/2014/main" id="{E875316D-C2E6-C956-FBEC-E35A6BB3643E}"/>
              </a:ext>
            </a:extLst>
          </p:cNvPr>
          <p:cNvGrpSpPr/>
          <p:nvPr/>
        </p:nvGrpSpPr>
        <p:grpSpPr>
          <a:xfrm>
            <a:off x="8122889" y="3776033"/>
            <a:ext cx="3483434" cy="2023548"/>
            <a:chOff x="8122889" y="3776033"/>
            <a:chExt cx="3483434" cy="2023548"/>
          </a:xfrm>
        </p:grpSpPr>
        <p:sp>
          <p:nvSpPr>
            <p:cNvPr id="11" name="Прямоугольник">
              <a:extLst>
                <a:ext uri="{FF2B5EF4-FFF2-40B4-BE49-F238E27FC236}">
                  <a16:creationId xmlns:a16="http://schemas.microsoft.com/office/drawing/2014/main" id="{D8D2FC2F-3EAE-B2E9-C484-4491130BA068}"/>
                </a:ext>
              </a:extLst>
            </p:cNvPr>
            <p:cNvSpPr/>
            <p:nvPr/>
          </p:nvSpPr>
          <p:spPr>
            <a:xfrm>
              <a:off x="8122889" y="3776033"/>
              <a:ext cx="3483434" cy="2023548"/>
            </a:xfrm>
            <a:prstGeom prst="rect">
              <a:avLst/>
            </a:prstGeom>
            <a:solidFill>
              <a:srgbClr val="1A66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45720" tIns="45720" rIns="4572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4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defRPr>
              </a:pPr>
              <a:endParaRPr lang="ru-RU" sz="4400" b="0" i="0" u="none" strike="noStrike" kern="0" cap="none" spc="0" baseline="0">
                <a:solidFill>
                  <a:srgbClr val="FFFFFF"/>
                </a:solidFill>
                <a:uFillTx/>
                <a:latin typeface="PermianSerifTypeface"/>
                <a:ea typeface="PermianSerifTypeface"/>
                <a:cs typeface="PermianSerifTypeface"/>
              </a:endParaRPr>
            </a:p>
          </p:txBody>
        </p:sp>
        <p:sp>
          <p:nvSpPr>
            <p:cNvPr id="12" name="Образец…">
              <a:extLst>
                <a:ext uri="{FF2B5EF4-FFF2-40B4-BE49-F238E27FC236}">
                  <a16:creationId xmlns:a16="http://schemas.microsoft.com/office/drawing/2014/main" id="{7031FF72-2929-AC87-AA36-F829EBB52775}"/>
                </a:ext>
              </a:extLst>
            </p:cNvPr>
            <p:cNvSpPr txBox="1"/>
            <p:nvPr/>
          </p:nvSpPr>
          <p:spPr>
            <a:xfrm>
              <a:off x="8178128" y="3785551"/>
              <a:ext cx="3372938" cy="2004501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45720" tIns="45720" rIns="45720" bIns="45720" anchor="ctr" anchorCtr="1" compatLnSpc="1">
              <a:normAutofit/>
            </a:bodyPr>
            <a:lstStyle/>
            <a:p>
              <a:pPr marL="0" marR="0" lvl="0" indent="0" algn="ctr" defTabSz="914400" rtl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defRPr>
              </a:pPr>
              <a:r>
                <a:rPr lang="ru-RU"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rPr>
                <a:t>Образец </a:t>
              </a:r>
              <a:endParaRPr lang="ru-RU" sz="4400" b="0" i="0" u="none" strike="noStrike" kern="0" cap="none" spc="0" baseline="0">
                <a:solidFill>
                  <a:srgbClr val="FFFFFF"/>
                </a:solidFill>
                <a:uFillTx/>
                <a:latin typeface="PermianSerifTypeface"/>
                <a:ea typeface="PermianSerifTypeface"/>
                <a:cs typeface="PermianSerifTypeface"/>
              </a:endParaRPr>
            </a:p>
            <a:p>
              <a:pPr marL="0" marR="0" lvl="0" indent="0" algn="ctr" defTabSz="914400" rtl="0" fontAlgn="auto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defRPr>
              </a:pPr>
              <a:r>
                <a:rPr lang="ru-RU" sz="2400" b="0" i="0" u="none" strike="noStrike" kern="0" cap="none" spc="0" baseline="0">
                  <a:solidFill>
                    <a:srgbClr val="FFFFFF"/>
                  </a:solidFill>
                  <a:uFillTx/>
                  <a:latin typeface="PermianSerifTypeface"/>
                  <a:ea typeface="PermianSerifTypeface"/>
                  <a:cs typeface="PermianSerifTypeface"/>
                </a:rPr>
                <a:t>заголовка</a:t>
              </a:r>
            </a:p>
          </p:txBody>
        </p:sp>
      </p:grp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DFA01D9-0C01-C480-FEE0-D03F68B71E1B}"/>
              </a:ext>
            </a:extLst>
          </p:cNvPr>
          <p:cNvSpPr txBox="1"/>
          <p:nvPr/>
        </p:nvSpPr>
        <p:spPr>
          <a:xfrm>
            <a:off x="676765" y="2039934"/>
            <a:ext cx="3559228" cy="20515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45720" tIns="45720" rIns="45720" bIns="45720" anchor="b" anchorCtr="0" compatLnSpc="1">
            <a:normAutofit/>
          </a:bodyPr>
          <a:lstStyle/>
          <a:p>
            <a:pPr marL="0" marR="0" lvl="0" indent="0" algn="l" defTabSz="914400" rtl="0" fontAlgn="auto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400" b="0" i="0" u="none" strike="noStrike" kern="0" cap="none" spc="0" baseline="0">
                <a:solidFill>
                  <a:srgbClr val="1A66FF"/>
                </a:solidFill>
                <a:uFillTx/>
                <a:latin typeface="PermianSerifTypeface"/>
                <a:ea typeface="PermianSerifTypeface"/>
                <a:cs typeface="PermianSerifTypeface"/>
              </a:rPr>
              <a:t>Образец заголовка</a:t>
            </a:r>
          </a:p>
        </p:txBody>
      </p:sp>
      <p:sp>
        <p:nvSpPr>
          <p:cNvPr id="14" name="Прямоугольник 22">
            <a:extLst>
              <a:ext uri="{FF2B5EF4-FFF2-40B4-BE49-F238E27FC236}">
                <a16:creationId xmlns:a16="http://schemas.microsoft.com/office/drawing/2014/main" id="{3560A2DF-F816-7568-2AFB-A66DE446F711}"/>
              </a:ext>
            </a:extLst>
          </p:cNvPr>
          <p:cNvSpPr/>
          <p:nvPr/>
        </p:nvSpPr>
        <p:spPr>
          <a:xfrm>
            <a:off x="2163104" y="6255895"/>
            <a:ext cx="573676" cy="60210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5" name="Прямоугольник 23">
            <a:extLst>
              <a:ext uri="{FF2B5EF4-FFF2-40B4-BE49-F238E27FC236}">
                <a16:creationId xmlns:a16="http://schemas.microsoft.com/office/drawing/2014/main" id="{B00435D3-A77B-F338-CC09-1DF85DC31A4B}"/>
              </a:ext>
            </a:extLst>
          </p:cNvPr>
          <p:cNvSpPr/>
          <p:nvPr/>
        </p:nvSpPr>
        <p:spPr>
          <a:xfrm>
            <a:off x="415448" y="5799581"/>
            <a:ext cx="369015" cy="38729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6" name="Прямоугольник 24">
            <a:extLst>
              <a:ext uri="{FF2B5EF4-FFF2-40B4-BE49-F238E27FC236}">
                <a16:creationId xmlns:a16="http://schemas.microsoft.com/office/drawing/2014/main" id="{2B07E028-D9A8-6801-DC82-501623DA9C7D}"/>
              </a:ext>
            </a:extLst>
          </p:cNvPr>
          <p:cNvSpPr/>
          <p:nvPr/>
        </p:nvSpPr>
        <p:spPr>
          <a:xfrm>
            <a:off x="1746595" y="638415"/>
            <a:ext cx="235302" cy="246961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7" name="Номер слайда">
            <a:extLst>
              <a:ext uri="{FF2B5EF4-FFF2-40B4-BE49-F238E27FC236}">
                <a16:creationId xmlns:a16="http://schemas.microsoft.com/office/drawing/2014/main" id="{3DF1A7A6-55FC-16D2-7671-3DB286AAF74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F861F7B8-F825-4E6B-8580-16CA1BC6CA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389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6F9C3CCC-A52E-9821-1036-7A9D6C2AB4B4}"/>
              </a:ext>
            </a:extLst>
          </p:cNvPr>
          <p:cNvSpPr/>
          <p:nvPr/>
        </p:nvSpPr>
        <p:spPr>
          <a:xfrm>
            <a:off x="0" y="0"/>
            <a:ext cx="12192006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B73CB351-03B4-1968-E1F0-52DEE69AEA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673" y="560005"/>
            <a:ext cx="10884130" cy="1202271"/>
          </a:xfrm>
        </p:spPr>
        <p:txBody>
          <a:bodyPr anchor="b" anchorCtr="1"/>
          <a:lstStyle>
            <a:lvl1pPr algn="ctr"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Прямоугольник 18">
            <a:extLst>
              <a:ext uri="{FF2B5EF4-FFF2-40B4-BE49-F238E27FC236}">
                <a16:creationId xmlns:a16="http://schemas.microsoft.com/office/drawing/2014/main" id="{E43E2126-8A6B-692D-0D0A-87A0C6051E9B}"/>
              </a:ext>
            </a:extLst>
          </p:cNvPr>
          <p:cNvSpPr/>
          <p:nvPr/>
        </p:nvSpPr>
        <p:spPr>
          <a:xfrm rot="5400013">
            <a:off x="14681" y="5960896"/>
            <a:ext cx="1059542" cy="1112038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Прямоугольник 19">
            <a:extLst>
              <a:ext uri="{FF2B5EF4-FFF2-40B4-BE49-F238E27FC236}">
                <a16:creationId xmlns:a16="http://schemas.microsoft.com/office/drawing/2014/main" id="{E24125D2-9E97-C7FE-5FD3-EDA5EBA42320}"/>
              </a:ext>
            </a:extLst>
          </p:cNvPr>
          <p:cNvSpPr/>
          <p:nvPr/>
        </p:nvSpPr>
        <p:spPr>
          <a:xfrm rot="5400013">
            <a:off x="857601" y="6057685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20">
            <a:extLst>
              <a:ext uri="{FF2B5EF4-FFF2-40B4-BE49-F238E27FC236}">
                <a16:creationId xmlns:a16="http://schemas.microsoft.com/office/drawing/2014/main" id="{3CDEC20E-9D85-9254-1FC6-127D1017D5B2}"/>
              </a:ext>
            </a:extLst>
          </p:cNvPr>
          <p:cNvSpPr/>
          <p:nvPr/>
        </p:nvSpPr>
        <p:spPr>
          <a:xfrm rot="5400013">
            <a:off x="113280" y="4662238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Прямоугольник 10">
            <a:extLst>
              <a:ext uri="{FF2B5EF4-FFF2-40B4-BE49-F238E27FC236}">
                <a16:creationId xmlns:a16="http://schemas.microsoft.com/office/drawing/2014/main" id="{20A33B68-AA33-BD0C-7CFF-A151963E5FDD}"/>
              </a:ext>
            </a:extLst>
          </p:cNvPr>
          <p:cNvSpPr/>
          <p:nvPr/>
        </p:nvSpPr>
        <p:spPr>
          <a:xfrm>
            <a:off x="1504142" y="2451378"/>
            <a:ext cx="1959431" cy="2056513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8" name="Уровень текста 1…">
            <a:extLst>
              <a:ext uri="{FF2B5EF4-FFF2-40B4-BE49-F238E27FC236}">
                <a16:creationId xmlns:a16="http://schemas.microsoft.com/office/drawing/2014/main" id="{6C4D52AA-D920-839D-B241-B665A2A60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2257" y="4644612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0" indent="457200" algn="ctr">
              <a:buNone/>
              <a:defRPr sz="1800">
                <a:solidFill>
                  <a:srgbClr val="FFFFFF"/>
                </a:solidFill>
              </a:defRPr>
            </a:lvl2pPr>
            <a:lvl3pPr marL="0" indent="914400" algn="ctr">
              <a:buNone/>
              <a:defRPr sz="1800">
                <a:solidFill>
                  <a:srgbClr val="FFFFFF"/>
                </a:solidFill>
              </a:defRPr>
            </a:lvl3pPr>
            <a:lvl4pPr marL="0" indent="1371600" algn="ctr">
              <a:buNone/>
              <a:defRPr sz="1800">
                <a:solidFill>
                  <a:srgbClr val="FFFFFF"/>
                </a:solidFill>
              </a:defRPr>
            </a:lvl4pPr>
            <a:lvl5pPr marL="0" indent="1828800" algn="ctr"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" name="Прямоугольник 14">
            <a:extLst>
              <a:ext uri="{FF2B5EF4-FFF2-40B4-BE49-F238E27FC236}">
                <a16:creationId xmlns:a16="http://schemas.microsoft.com/office/drawing/2014/main" id="{8DDCF7DB-273B-FBE9-6EFD-91AC40B5C060}"/>
              </a:ext>
            </a:extLst>
          </p:cNvPr>
          <p:cNvSpPr/>
          <p:nvPr/>
        </p:nvSpPr>
        <p:spPr>
          <a:xfrm>
            <a:off x="5168993" y="2451378"/>
            <a:ext cx="1959431" cy="2056513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24D4FE74-A8C4-4DF3-4E03-86F1ABAE08D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109" y="4644612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>
                <a:solidFill>
                  <a:srgbClr val="262626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21">
            <a:extLst>
              <a:ext uri="{FF2B5EF4-FFF2-40B4-BE49-F238E27FC236}">
                <a16:creationId xmlns:a16="http://schemas.microsoft.com/office/drawing/2014/main" id="{67D5B1F2-EB31-3BA9-F3B2-B57284BDD2A9}"/>
              </a:ext>
            </a:extLst>
          </p:cNvPr>
          <p:cNvSpPr/>
          <p:nvPr/>
        </p:nvSpPr>
        <p:spPr>
          <a:xfrm>
            <a:off x="8833853" y="2451378"/>
            <a:ext cx="1959431" cy="2056513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id="{A0B79537-1F0C-A377-FC2C-88D17CEDA7F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441969" y="4644612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>
                <a:solidFill>
                  <a:srgbClr val="262626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Прямоугольник 23">
            <a:extLst>
              <a:ext uri="{FF2B5EF4-FFF2-40B4-BE49-F238E27FC236}">
                <a16:creationId xmlns:a16="http://schemas.microsoft.com/office/drawing/2014/main" id="{885AF30F-D894-BB3C-AEBE-91D451C74BA2}"/>
              </a:ext>
            </a:extLst>
          </p:cNvPr>
          <p:cNvSpPr/>
          <p:nvPr/>
        </p:nvSpPr>
        <p:spPr>
          <a:xfrm rot="5400013">
            <a:off x="10477117" y="-36937"/>
            <a:ext cx="1059542" cy="1112038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4" name="Прямоугольник 24">
            <a:extLst>
              <a:ext uri="{FF2B5EF4-FFF2-40B4-BE49-F238E27FC236}">
                <a16:creationId xmlns:a16="http://schemas.microsoft.com/office/drawing/2014/main" id="{33EB965E-C750-DDF7-B83E-0AB2022A84AC}"/>
              </a:ext>
            </a:extLst>
          </p:cNvPr>
          <p:cNvSpPr/>
          <p:nvPr/>
        </p:nvSpPr>
        <p:spPr>
          <a:xfrm rot="5400013">
            <a:off x="11344087" y="747801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A738280D-EEB9-77FC-C3C0-052B634D6E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28B7927D-1572-4CE9-9967-757AC093D7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596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9">
            <a:extLst>
              <a:ext uri="{FF2B5EF4-FFF2-40B4-BE49-F238E27FC236}">
                <a16:creationId xmlns:a16="http://schemas.microsoft.com/office/drawing/2014/main" id="{25A5166C-933B-AD9A-74AE-A12402E6017A}"/>
              </a:ext>
            </a:extLst>
          </p:cNvPr>
          <p:cNvSpPr/>
          <p:nvPr/>
        </p:nvSpPr>
        <p:spPr>
          <a:xfrm>
            <a:off x="0" y="0"/>
            <a:ext cx="12192006" cy="6858000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AC672F9D-45D0-D907-D5DB-B5D80B3E03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673" y="560005"/>
            <a:ext cx="10884130" cy="1202271"/>
          </a:xfrm>
        </p:spPr>
        <p:txBody>
          <a:bodyPr anchor="b" anchorCtr="1"/>
          <a:lstStyle>
            <a:lvl1pPr algn="ctr">
              <a:defRPr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" name="Прямоугольник 18">
            <a:extLst>
              <a:ext uri="{FF2B5EF4-FFF2-40B4-BE49-F238E27FC236}">
                <a16:creationId xmlns:a16="http://schemas.microsoft.com/office/drawing/2014/main" id="{DBE6C96C-876B-9549-D2B8-40CA7B632D7C}"/>
              </a:ext>
            </a:extLst>
          </p:cNvPr>
          <p:cNvSpPr/>
          <p:nvPr/>
        </p:nvSpPr>
        <p:spPr>
          <a:xfrm rot="5400013">
            <a:off x="14681" y="5960896"/>
            <a:ext cx="1059542" cy="1112038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Прямоугольник 19">
            <a:extLst>
              <a:ext uri="{FF2B5EF4-FFF2-40B4-BE49-F238E27FC236}">
                <a16:creationId xmlns:a16="http://schemas.microsoft.com/office/drawing/2014/main" id="{20E8B276-117A-56DA-7870-2DAEB68942BE}"/>
              </a:ext>
            </a:extLst>
          </p:cNvPr>
          <p:cNvSpPr/>
          <p:nvPr/>
        </p:nvSpPr>
        <p:spPr>
          <a:xfrm rot="5400013">
            <a:off x="857601" y="6057685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6" name="Прямоугольник 20">
            <a:extLst>
              <a:ext uri="{FF2B5EF4-FFF2-40B4-BE49-F238E27FC236}">
                <a16:creationId xmlns:a16="http://schemas.microsoft.com/office/drawing/2014/main" id="{5D019DDA-E366-8104-5737-81856E178770}"/>
              </a:ext>
            </a:extLst>
          </p:cNvPr>
          <p:cNvSpPr/>
          <p:nvPr/>
        </p:nvSpPr>
        <p:spPr>
          <a:xfrm rot="5400013">
            <a:off x="113280" y="4662238"/>
            <a:ext cx="369015" cy="387294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Уровень текста 1…">
            <a:extLst>
              <a:ext uri="{FF2B5EF4-FFF2-40B4-BE49-F238E27FC236}">
                <a16:creationId xmlns:a16="http://schemas.microsoft.com/office/drawing/2014/main" id="{90B4DD54-8D43-56A7-0C69-5AFE64E1A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2257" y="4644612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0" indent="457200" algn="ctr">
              <a:buNone/>
              <a:defRPr sz="1800">
                <a:solidFill>
                  <a:srgbClr val="FFFFFF"/>
                </a:solidFill>
              </a:defRPr>
            </a:lvl2pPr>
            <a:lvl3pPr marL="0" indent="914400" algn="ctr">
              <a:buNone/>
              <a:defRPr sz="1800">
                <a:solidFill>
                  <a:srgbClr val="FFFFFF"/>
                </a:solidFill>
              </a:defRPr>
            </a:lvl3pPr>
            <a:lvl4pPr marL="0" indent="1371600" algn="ctr">
              <a:buNone/>
              <a:defRPr sz="1800">
                <a:solidFill>
                  <a:srgbClr val="FFFFFF"/>
                </a:solidFill>
              </a:defRPr>
            </a:lvl4pPr>
            <a:lvl5pPr marL="0" indent="1828800" algn="ctr"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71E68C75-43BA-8B0E-39EC-7A9254BF4E6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109" y="4644612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>
                <a:solidFill>
                  <a:srgbClr val="262626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819F5D22-8260-1FA5-AA2A-64F049AAAD8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441969" y="4644612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>
                <a:solidFill>
                  <a:srgbClr val="262626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Прямоугольник 23">
            <a:extLst>
              <a:ext uri="{FF2B5EF4-FFF2-40B4-BE49-F238E27FC236}">
                <a16:creationId xmlns:a16="http://schemas.microsoft.com/office/drawing/2014/main" id="{A6515BCD-1F9A-59F4-7C1D-1ECDD5F03FE3}"/>
              </a:ext>
            </a:extLst>
          </p:cNvPr>
          <p:cNvSpPr/>
          <p:nvPr/>
        </p:nvSpPr>
        <p:spPr>
          <a:xfrm rot="5400013">
            <a:off x="10477117" y="-36937"/>
            <a:ext cx="1059542" cy="1112038"/>
          </a:xfrm>
          <a:prstGeom prst="rect">
            <a:avLst/>
          </a:prstGeom>
          <a:solidFill>
            <a:srgbClr val="000000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1" name="Прямоугольник 24">
            <a:extLst>
              <a:ext uri="{FF2B5EF4-FFF2-40B4-BE49-F238E27FC236}">
                <a16:creationId xmlns:a16="http://schemas.microsoft.com/office/drawing/2014/main" id="{4B8540AA-11B3-B341-2040-5CD03589BEB4}"/>
              </a:ext>
            </a:extLst>
          </p:cNvPr>
          <p:cNvSpPr/>
          <p:nvPr/>
        </p:nvSpPr>
        <p:spPr>
          <a:xfrm rot="5400013">
            <a:off x="11344087" y="747801"/>
            <a:ext cx="573676" cy="602104"/>
          </a:xfrm>
          <a:prstGeom prst="rect">
            <a:avLst/>
          </a:prstGeom>
          <a:solidFill>
            <a:srgbClr val="FFFFFF">
              <a:alpha val="5000"/>
            </a:srgbClr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5CFC962A-EB87-608B-FE62-2B9FF49A5575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458330" y="2451104"/>
            <a:ext cx="2051054" cy="20574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65A27716-8956-5045-461D-83630FE9839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123182" y="2451104"/>
            <a:ext cx="2051054" cy="20574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E5AFC15B-182A-CA78-344A-F0004852E4E2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788042" y="2451104"/>
            <a:ext cx="2051054" cy="20574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49F56311-80D7-CDA5-3B40-980C23D04E4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97D53009-ED0A-451E-BF9F-F294DFD1E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72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26">
            <a:extLst>
              <a:ext uri="{FF2B5EF4-FFF2-40B4-BE49-F238E27FC236}">
                <a16:creationId xmlns:a16="http://schemas.microsoft.com/office/drawing/2014/main" id="{BAE98D7A-28AC-D070-65BD-3CA8B6114184}"/>
              </a:ext>
            </a:extLst>
          </p:cNvPr>
          <p:cNvSpPr/>
          <p:nvPr/>
        </p:nvSpPr>
        <p:spPr>
          <a:xfrm>
            <a:off x="8668539" y="2489161"/>
            <a:ext cx="2031997" cy="2053806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Прямоугольник 21">
            <a:extLst>
              <a:ext uri="{FF2B5EF4-FFF2-40B4-BE49-F238E27FC236}">
                <a16:creationId xmlns:a16="http://schemas.microsoft.com/office/drawing/2014/main" id="{0BBB0330-852C-C593-A3FF-32DB6BEE5FE5}"/>
              </a:ext>
            </a:extLst>
          </p:cNvPr>
          <p:cNvSpPr/>
          <p:nvPr/>
        </p:nvSpPr>
        <p:spPr>
          <a:xfrm>
            <a:off x="5022735" y="2489161"/>
            <a:ext cx="2031997" cy="2053806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4" name="Прямоугольник 14">
            <a:extLst>
              <a:ext uri="{FF2B5EF4-FFF2-40B4-BE49-F238E27FC236}">
                <a16:creationId xmlns:a16="http://schemas.microsoft.com/office/drawing/2014/main" id="{DB691B99-8068-BACE-B0FE-B4D3D868A8C5}"/>
              </a:ext>
            </a:extLst>
          </p:cNvPr>
          <p:cNvSpPr/>
          <p:nvPr/>
        </p:nvSpPr>
        <p:spPr>
          <a:xfrm>
            <a:off x="1335316" y="2474649"/>
            <a:ext cx="2031997" cy="2053806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5" name="Текст заголовка">
            <a:extLst>
              <a:ext uri="{FF2B5EF4-FFF2-40B4-BE49-F238E27FC236}">
                <a16:creationId xmlns:a16="http://schemas.microsoft.com/office/drawing/2014/main" id="{D17E975D-E095-FF97-CD0A-C6A54BD0A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673" y="734180"/>
            <a:ext cx="10884130" cy="1202271"/>
          </a:xfrm>
        </p:spPr>
        <p:txBody>
          <a:bodyPr anchor="b" anchorCtr="1"/>
          <a:lstStyle>
            <a:lvl1pPr algn="ctr">
              <a:defRPr sz="5400">
                <a:solidFill>
                  <a:srgbClr val="1A66FF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6" name="Уровень текста 1…">
            <a:extLst>
              <a:ext uri="{FF2B5EF4-FFF2-40B4-BE49-F238E27FC236}">
                <a16:creationId xmlns:a16="http://schemas.microsoft.com/office/drawing/2014/main" id="{1CEABAF0-2560-03C8-4518-F7781828D6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2257" y="4818778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/>
            </a:lvl1pPr>
            <a:lvl2pPr marL="0" indent="457200" algn="ctr">
              <a:buNone/>
              <a:defRPr sz="1800"/>
            </a:lvl2pPr>
            <a:lvl3pPr marL="0" indent="914400" algn="ctr">
              <a:buNone/>
              <a:defRPr sz="1800"/>
            </a:lvl3pPr>
            <a:lvl4pPr marL="0" indent="1371600" algn="ctr">
              <a:buNone/>
              <a:defRPr sz="1800"/>
            </a:lvl4pPr>
            <a:lvl5pPr marL="0" indent="1828800" algn="ctr">
              <a:buNone/>
              <a:defRPr sz="18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66290CBB-DC0D-CF34-B8C2-035D1FC5B2D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109" y="4818778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65763A9D-56BF-83DA-4399-916007D139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441969" y="4818778"/>
            <a:ext cx="2743200" cy="738185"/>
          </a:xfrm>
        </p:spPr>
        <p:txBody>
          <a:bodyPr anchorCtr="1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Рисунок 2">
            <a:extLst>
              <a:ext uri="{FF2B5EF4-FFF2-40B4-BE49-F238E27FC236}">
                <a16:creationId xmlns:a16="http://schemas.microsoft.com/office/drawing/2014/main" id="{80609214-A021-D0D6-EA8B-E7547FF8BDE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458330" y="2625269"/>
            <a:ext cx="2051054" cy="20574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984B4008-3A9E-25AD-3592-64D34767F90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123182" y="2625269"/>
            <a:ext cx="2051054" cy="20574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D8D75334-7DDB-7E73-559E-AB24705DA21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788042" y="2625269"/>
            <a:ext cx="2051054" cy="2057400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98220456-8151-9880-D7D6-AA8BB7B827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752F1673-4F84-486E-803A-0929710F0F3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128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4">
            <a:extLst>
              <a:ext uri="{FF2B5EF4-FFF2-40B4-BE49-F238E27FC236}">
                <a16:creationId xmlns:a16="http://schemas.microsoft.com/office/drawing/2014/main" id="{31CE48E6-0C19-B505-ED26-5A9735558C0F}"/>
              </a:ext>
            </a:extLst>
          </p:cNvPr>
          <p:cNvSpPr/>
          <p:nvPr/>
        </p:nvSpPr>
        <p:spPr>
          <a:xfrm>
            <a:off x="0" y="0"/>
            <a:ext cx="6110514" cy="3473604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Уровень текста 1…">
            <a:extLst>
              <a:ext uri="{FF2B5EF4-FFF2-40B4-BE49-F238E27FC236}">
                <a16:creationId xmlns:a16="http://schemas.microsoft.com/office/drawing/2014/main" id="{C6A0FA2D-9D6F-B1EE-9053-0517F595C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766" y="1931066"/>
            <a:ext cx="5166990" cy="610069"/>
          </a:xfrm>
        </p:spPr>
        <p:txBody>
          <a:bodyPr anchorCtr="1"/>
          <a:lstStyle>
            <a:lvl1pPr marL="0" indent="0" algn="ctr">
              <a:buNone/>
              <a:defRPr sz="1800">
                <a:solidFill>
                  <a:srgbClr val="262626"/>
                </a:solidFill>
              </a:defRPr>
            </a:lvl1pPr>
            <a:lvl2pPr marL="0" indent="457200" algn="ctr">
              <a:buNone/>
              <a:defRPr sz="1800">
                <a:solidFill>
                  <a:srgbClr val="262626"/>
                </a:solidFill>
              </a:defRPr>
            </a:lvl2pPr>
            <a:lvl3pPr marL="0" indent="914400" algn="ctr">
              <a:buNone/>
              <a:defRPr sz="1800">
                <a:solidFill>
                  <a:srgbClr val="262626"/>
                </a:solidFill>
              </a:defRPr>
            </a:lvl3pPr>
            <a:lvl4pPr marL="0" indent="1371600" algn="ctr">
              <a:buNone/>
              <a:defRPr sz="1800">
                <a:solidFill>
                  <a:srgbClr val="262626"/>
                </a:solidFill>
              </a:defRPr>
            </a:lvl4pPr>
            <a:lvl5pPr marL="0" indent="1828800" algn="ctr">
              <a:buNone/>
              <a:defRPr sz="1800">
                <a:solidFill>
                  <a:srgbClr val="262626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2EFBB114-1EF4-90B8-C6C2-1D98577A3E5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110514" y="0"/>
            <a:ext cx="6081491" cy="3473595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5" name="Рисунок 2">
            <a:extLst>
              <a:ext uri="{FF2B5EF4-FFF2-40B4-BE49-F238E27FC236}">
                <a16:creationId xmlns:a16="http://schemas.microsoft.com/office/drawing/2014/main" id="{33C92491-59CF-407B-A565-6F40A976B105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3473595"/>
            <a:ext cx="6110514" cy="3473604"/>
          </a:xfrm>
        </p:spPr>
        <p:txBody>
          <a:bodyPr lIns="91440" rIns="91440">
            <a:noAutofit/>
          </a:bodyPr>
          <a:lstStyle>
            <a:lvl1pPr>
              <a:defRPr/>
            </a:lvl1pPr>
          </a:lstStyle>
          <a:p>
            <a:pPr lvl="0"/>
            <a:r>
              <a:rPr lang="ru-RU"/>
              <a:t>Вставка рисунка</a:t>
            </a:r>
          </a:p>
        </p:txBody>
      </p:sp>
      <p:sp>
        <p:nvSpPr>
          <p:cNvPr id="6" name="Прямоугольник 27">
            <a:extLst>
              <a:ext uri="{FF2B5EF4-FFF2-40B4-BE49-F238E27FC236}">
                <a16:creationId xmlns:a16="http://schemas.microsoft.com/office/drawing/2014/main" id="{E13DCD45-7675-C490-A004-15C6C9A0F114}"/>
              </a:ext>
            </a:extLst>
          </p:cNvPr>
          <p:cNvSpPr/>
          <p:nvPr/>
        </p:nvSpPr>
        <p:spPr>
          <a:xfrm>
            <a:off x="6110514" y="3473595"/>
            <a:ext cx="6110514" cy="3473595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4325EDD8-9768-4EC7-D778-241927EE66F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1766" y="998616"/>
            <a:ext cx="5166990" cy="738185"/>
          </a:xfrm>
        </p:spPr>
        <p:txBody>
          <a:bodyPr anchorCtr="1"/>
          <a:lstStyle>
            <a:lvl1pPr marL="0" indent="0" algn="ctr" defTabSz="557784">
              <a:spcBef>
                <a:spcPts val="600"/>
              </a:spcBef>
              <a:buNone/>
              <a:defRPr sz="4026">
                <a:solidFill>
                  <a:srgbClr val="FFFFFF"/>
                </a:solidFill>
                <a:latin typeface="PermianSerifTypeface"/>
                <a:ea typeface="PermianSerifTypeface"/>
                <a:cs typeface="PermianSerifTypeface"/>
              </a:defRPr>
            </a:lvl1pPr>
          </a:lstStyle>
          <a:p>
            <a:pPr lvl="0"/>
            <a:r>
              <a:rPr lang="ru-RU"/>
              <a:t>число</a:t>
            </a:r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CC7EA05E-CC02-3381-B90F-B55CDDE4F5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582280" y="5371587"/>
            <a:ext cx="5166990" cy="610069"/>
          </a:xfrm>
        </p:spPr>
        <p:txBody>
          <a:bodyPr anchorCtr="1"/>
          <a:lstStyle>
            <a:lvl1pPr marL="0" indent="0" algn="ctr">
              <a:buNone/>
              <a:defRPr sz="1800">
                <a:solidFill>
                  <a:srgbClr val="262626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7A5F2F6B-07A8-6217-44DD-3948E794E4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582280" y="4439137"/>
            <a:ext cx="5166990" cy="738185"/>
          </a:xfrm>
        </p:spPr>
        <p:txBody>
          <a:bodyPr anchorCtr="1"/>
          <a:lstStyle>
            <a:lvl1pPr marL="0" indent="0" algn="ctr" defTabSz="557784">
              <a:spcBef>
                <a:spcPts val="600"/>
              </a:spcBef>
              <a:buNone/>
              <a:defRPr sz="4026">
                <a:solidFill>
                  <a:srgbClr val="FFFFFF"/>
                </a:solidFill>
                <a:latin typeface="PermianSerifTypeface"/>
                <a:ea typeface="PermianSerifTypeface"/>
                <a:cs typeface="PermianSerifTypeface"/>
              </a:defRPr>
            </a:lvl1pPr>
          </a:lstStyle>
          <a:p>
            <a:pPr lvl="0"/>
            <a:r>
              <a:rPr lang="ru-RU"/>
              <a:t>число</a:t>
            </a:r>
          </a:p>
        </p:txBody>
      </p:sp>
      <p:sp>
        <p:nvSpPr>
          <p:cNvPr id="10" name="Номер слайда">
            <a:extLst>
              <a:ext uri="{FF2B5EF4-FFF2-40B4-BE49-F238E27FC236}">
                <a16:creationId xmlns:a16="http://schemas.microsoft.com/office/drawing/2014/main" id="{4ABB4C64-E6E8-4B01-20F5-3C0A7927BD5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B42AA10D-1681-46DF-AEEF-A3B0E4BE61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679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A53B466B-4001-E02C-2A0E-B26C3C98BB1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737604" y="6356351"/>
            <a:ext cx="2844798" cy="368302"/>
          </a:xfrm>
        </p:spPr>
        <p:txBody>
          <a:bodyPr/>
          <a:lstStyle>
            <a:lvl1pPr>
              <a:defRPr/>
            </a:lvl1pPr>
          </a:lstStyle>
          <a:p>
            <a:pPr lvl="0"/>
            <a:fld id="{FC21D358-9157-476B-8E75-6269211931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125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143ABB-0949-0FF3-ECBE-EB5A2AA5E23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2204F84-C6D8-10E9-4C81-A7B9CA98AFB1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PermianSansTypeface"/>
                <a:ea typeface="PermianSansTypeface"/>
                <a:cs typeface="PermianSansTypeface"/>
              </a:defRPr>
            </a:lvl1pPr>
          </a:lstStyle>
          <a:p>
            <a:pPr lvl="0"/>
            <a:fld id="{99C5D761-B4DD-4851-8980-6870C668C052}" type="datetime1">
              <a:rPr lang="en-US"/>
              <a:pPr lvl="0"/>
              <a:t>6/22/2026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8A1977D-D183-8518-3603-D9A77DB2999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0" cap="none" spc="0" baseline="0">
                <a:solidFill>
                  <a:srgbClr val="000000"/>
                </a:solidFill>
                <a:uFillTx/>
                <a:latin typeface="PermianSansTypeface"/>
                <a:ea typeface="PermianSansTypeface"/>
                <a:cs typeface="PermianSansTypeface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331174-5EDA-D05D-F771-F7BCED8DF8F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D4E862-CD4F-4332-B06F-4D47737E1F4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3752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8B6EF549-57F7-FAA5-71C2-04751AF29656}"/>
              </a:ext>
            </a:extLst>
          </p:cNvPr>
          <p:cNvSpPr/>
          <p:nvPr/>
        </p:nvSpPr>
        <p:spPr>
          <a:xfrm>
            <a:off x="0" y="365119"/>
            <a:ext cx="12191996" cy="1325559"/>
          </a:xfrm>
          <a:prstGeom prst="rect">
            <a:avLst/>
          </a:prstGeom>
          <a:solidFill>
            <a:srgbClr val="1A66FF"/>
          </a:solidFill>
          <a:ln cap="flat">
            <a:noFill/>
            <a:prstDash val="solid"/>
          </a:ln>
        </p:spPr>
        <p:txBody>
          <a:bodyPr vert="horz" wrap="square" lIns="45720" tIns="45720" rIns="45720" bIns="45720" anchor="ctr" anchorCtr="1" compatLnSpc="1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FFFFFF"/>
                </a:solidFill>
                <a:uFillTx/>
              </a:defRPr>
            </a:pPr>
            <a:endParaRPr lang="ru-RU" sz="1800" b="0" i="0" u="none" strike="noStrike" kern="0" cap="none" spc="0" baseline="0">
              <a:solidFill>
                <a:srgbClr val="FFFFFF"/>
              </a:solidFill>
              <a:uFillTx/>
              <a:latin typeface="PermianSansTypeface"/>
              <a:ea typeface="PermianSansTypeface"/>
              <a:cs typeface="PermianSansTypeface"/>
            </a:endParaRPr>
          </a:p>
        </p:txBody>
      </p:sp>
      <p:sp>
        <p:nvSpPr>
          <p:cNvPr id="3" name="Текст заголовка">
            <a:extLst>
              <a:ext uri="{FF2B5EF4-FFF2-40B4-BE49-F238E27FC236}">
                <a16:creationId xmlns:a16="http://schemas.microsoft.com/office/drawing/2014/main" id="{F0AB16F3-794F-9EE4-E7B7-BDD44A371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45720" tIns="45720" rIns="45720" bIns="45720" anchor="ctr" anchorCtr="0" compatLnSpc="1">
            <a:normAutofit/>
          </a:bodyPr>
          <a:lstStyle/>
          <a:p>
            <a:pPr lvl="0"/>
            <a:r>
              <a:rPr lang="ru-RU"/>
              <a:t>Текст заголовка</a:t>
            </a:r>
          </a:p>
        </p:txBody>
      </p:sp>
      <p:sp>
        <p:nvSpPr>
          <p:cNvPr id="4" name="Уровень текста 1…">
            <a:extLst>
              <a:ext uri="{FF2B5EF4-FFF2-40B4-BE49-F238E27FC236}">
                <a16:creationId xmlns:a16="http://schemas.microsoft.com/office/drawing/2014/main" id="{FE3AC9FF-E1C1-A610-FA15-DD33A716D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51029"/>
            <a:ext cx="10515600" cy="4229099"/>
          </a:xfrm>
          <a:prstGeom prst="rect">
            <a:avLst/>
          </a:prstGeom>
          <a:noFill/>
          <a:ln>
            <a:noFill/>
          </a:ln>
        </p:spPr>
        <p:txBody>
          <a:bodyPr vert="horz" wrap="square" lIns="45720" tIns="45720" rIns="45720" bIns="45720" anchor="t" anchorCtr="0" compatLnSpc="1">
            <a:normAutofit/>
          </a:bodyPr>
          <a:lstStyle/>
          <a:p>
            <a:pPr lvl="0"/>
            <a:r>
              <a:rPr lang="ru-RU"/>
              <a:t>Уровень текста 1</a:t>
            </a:r>
          </a:p>
          <a:p>
            <a:pPr lvl="1"/>
            <a:r>
              <a:rPr lang="ru-RU"/>
              <a:t>Уровень текста 2</a:t>
            </a:r>
          </a:p>
          <a:p>
            <a:pPr lvl="2"/>
            <a:r>
              <a:rPr lang="ru-RU"/>
              <a:t>Уровень текста 3</a:t>
            </a:r>
          </a:p>
          <a:p>
            <a:pPr lvl="3"/>
            <a:r>
              <a:rPr lang="ru-RU"/>
              <a:t>Уровень текста 4</a:t>
            </a:r>
          </a:p>
          <a:p>
            <a:pPr lvl="4"/>
            <a:r>
              <a:rPr lang="ru-RU"/>
              <a:t>Уровень текста 5</a:t>
            </a: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8B427A97-A4F3-5D04-3CAC-9FBF5FBCF2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476049" y="6311902"/>
            <a:ext cx="310594" cy="345442"/>
          </a:xfrm>
          <a:prstGeom prst="rect">
            <a:avLst/>
          </a:prstGeom>
          <a:noFill/>
          <a:ln>
            <a:noFill/>
          </a:ln>
        </p:spPr>
        <p:txBody>
          <a:bodyPr vert="horz" wrap="none" lIns="45720" tIns="45720" rIns="45720" bIns="45720" anchor="t" anchorCtr="0" compatLnSpc="1">
            <a:sp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600" b="0" i="0" u="none" strike="noStrike" kern="0" cap="none" spc="0" baseline="0">
                <a:solidFill>
                  <a:srgbClr val="16C1D9"/>
                </a:solidFill>
                <a:uFillTx/>
                <a:latin typeface="PermianSansTypeface"/>
                <a:ea typeface="PermianSansTypeface"/>
                <a:cs typeface="PermianSansTypeface"/>
              </a:defRPr>
            </a:lvl1pPr>
          </a:lstStyle>
          <a:p>
            <a:pPr lvl="0"/>
            <a:fld id="{8756DED7-22AD-4AAE-A4D0-C98247A69DDB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4400" b="0" i="0" u="none" strike="noStrike" kern="0" cap="none" spc="0" baseline="0">
          <a:solidFill>
            <a:srgbClr val="FFFFFF"/>
          </a:solidFill>
          <a:uFillTx/>
          <a:latin typeface="PermianSerifTypeface"/>
          <a:ea typeface="PermianSerifTypeface"/>
          <a:cs typeface="PermianSerifTypeface"/>
        </a:defRPr>
      </a:lvl1pPr>
    </p:titleStyle>
    <p:bodyStyle>
      <a:lvl1pPr marL="228600" marR="0" lvl="0" indent="-228600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SzPct val="100000"/>
        <a:buFont typeface="Arial"/>
        <a:buChar char="•"/>
        <a:tabLst/>
        <a:defRPr lang="ru-RU" sz="2800" b="0" i="0" u="none" strike="noStrike" kern="0" cap="none" spc="0" baseline="0">
          <a:solidFill>
            <a:srgbClr val="000000"/>
          </a:solidFill>
          <a:uFillTx/>
          <a:latin typeface="PermianSansTypeface"/>
          <a:ea typeface="PermianSansTypeface"/>
          <a:cs typeface="PermianSansTypeface"/>
        </a:defRPr>
      </a:lvl1pPr>
      <a:lvl2pPr marL="723903" marR="0" lvl="1" indent="-266703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SzPct val="100000"/>
        <a:buFont typeface="Arial"/>
        <a:buChar char="•"/>
        <a:tabLst/>
        <a:defRPr lang="ru-RU" sz="2800" b="0" i="0" u="none" strike="noStrike" kern="0" cap="none" spc="0" baseline="0">
          <a:solidFill>
            <a:srgbClr val="000000"/>
          </a:solidFill>
          <a:uFillTx/>
          <a:latin typeface="PermianSansTypeface"/>
          <a:ea typeface="PermianSansTypeface"/>
          <a:cs typeface="PermianSansTypeface"/>
        </a:defRPr>
      </a:lvl2pPr>
      <a:lvl3pPr marL="1234440" marR="0" lvl="2" indent="-320040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SzPct val="100000"/>
        <a:buFont typeface="Arial"/>
        <a:buChar char="•"/>
        <a:tabLst/>
        <a:defRPr lang="ru-RU" sz="2800" b="0" i="0" u="none" strike="noStrike" kern="0" cap="none" spc="0" baseline="0">
          <a:solidFill>
            <a:srgbClr val="000000"/>
          </a:solidFill>
          <a:uFillTx/>
          <a:latin typeface="PermianSansTypeface"/>
          <a:ea typeface="PermianSansTypeface"/>
          <a:cs typeface="PermianSansTypeface"/>
        </a:defRPr>
      </a:lvl3pPr>
      <a:lvl4pPr marL="1727201" marR="0" lvl="3" indent="-355601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SzPct val="100000"/>
        <a:buFont typeface="Arial"/>
        <a:buChar char="•"/>
        <a:tabLst/>
        <a:defRPr lang="ru-RU" sz="2800" b="0" i="0" u="none" strike="noStrike" kern="0" cap="none" spc="0" baseline="0">
          <a:solidFill>
            <a:srgbClr val="000000"/>
          </a:solidFill>
          <a:uFillTx/>
          <a:latin typeface="PermianSansTypeface"/>
          <a:ea typeface="PermianSansTypeface"/>
          <a:cs typeface="PermianSansTypeface"/>
        </a:defRPr>
      </a:lvl4pPr>
      <a:lvl5pPr marL="2184401" marR="0" lvl="4" indent="-355601" algn="l" defTabSz="914400" rtl="0" fontAlgn="auto" hangingPunct="1">
        <a:lnSpc>
          <a:spcPct val="100000"/>
        </a:lnSpc>
        <a:spcBef>
          <a:spcPts val="1000"/>
        </a:spcBef>
        <a:spcAft>
          <a:spcPts val="0"/>
        </a:spcAft>
        <a:buSzPct val="100000"/>
        <a:buFont typeface="Arial"/>
        <a:buChar char="•"/>
        <a:tabLst/>
        <a:defRPr lang="ru-RU" sz="2800" b="0" i="0" u="none" strike="noStrike" kern="0" cap="none" spc="0" baseline="0">
          <a:solidFill>
            <a:srgbClr val="000000"/>
          </a:solidFill>
          <a:uFillTx/>
          <a:latin typeface="PermianSansTypeface"/>
          <a:ea typeface="PermianSansTypeface"/>
          <a:cs typeface="PermianSansTypeface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DE8EC-3AD3-C970-B275-1DF92C030638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lvl="0"/>
            <a:r>
              <a:rPr lang="ru-RU" sz="4400" dirty="0"/>
              <a:t>Индивидуальный проект</a:t>
            </a:r>
            <a:br>
              <a:rPr lang="ru-RU" sz="4400" dirty="0"/>
            </a:br>
            <a:endParaRPr lang="ru-RU" sz="4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82B2B6-1C61-75F1-2661-D5CAD30FE30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43209" y="4700793"/>
            <a:ext cx="9144000" cy="678713"/>
          </a:xfrm>
        </p:spPr>
        <p:txBody>
          <a:bodyPr/>
          <a:lstStyle/>
          <a:p>
            <a:pPr marL="0" lvl="0" indent="0">
              <a:lnSpc>
                <a:spcPct val="80000"/>
              </a:lnSpc>
              <a:buNone/>
            </a:pPr>
            <a:r>
              <a:rPr lang="ru-RU" sz="2200" dirty="0">
                <a:solidFill>
                  <a:schemeClr val="bg1"/>
                </a:solidFill>
                <a:latin typeface="Arial"/>
              </a:rPr>
              <a:t>Дисциплина: Информационные технологии, языки программирования(</a:t>
            </a:r>
            <a:r>
              <a:rPr lang="en-GB" sz="2200" dirty="0">
                <a:solidFill>
                  <a:schemeClr val="bg1"/>
                </a:solidFill>
                <a:latin typeface="Arial"/>
              </a:rPr>
              <a:t>Python</a:t>
            </a:r>
            <a:r>
              <a:rPr lang="ru-RU" sz="2200" dirty="0">
                <a:solidFill>
                  <a:schemeClr val="bg1"/>
                </a:solidFill>
                <a:latin typeface="Arial"/>
              </a:rPr>
              <a:t>)</a:t>
            </a:r>
          </a:p>
          <a:p>
            <a:pPr marL="0" lvl="0" indent="0">
              <a:lnSpc>
                <a:spcPct val="80000"/>
              </a:lnSpc>
              <a:buNone/>
            </a:pPr>
            <a:endParaRPr lang="ru-RU" sz="2200" dirty="0">
              <a:solidFill>
                <a:srgbClr val="26262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3216D-4881-13D5-87DC-354C0FD22C9E}"/>
              </a:ext>
            </a:extLst>
          </p:cNvPr>
          <p:cNvSpPr txBox="1"/>
          <p:nvPr/>
        </p:nvSpPr>
        <p:spPr>
          <a:xfrm>
            <a:off x="8281739" y="6216319"/>
            <a:ext cx="3398916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chemeClr val="bg1"/>
                </a:solidFill>
                <a:uFillTx/>
                <a:latin typeface="Arial"/>
                <a:ea typeface="Bierstadt"/>
                <a:cs typeface="Bierstadt"/>
              </a:rPr>
              <a:t>Выполнил: </a:t>
            </a:r>
            <a:r>
              <a:rPr lang="ru-RU" sz="1800" b="0" i="0" u="none" strike="noStrike" kern="0" cap="none" spc="0" baseline="0" dirty="0">
                <a:solidFill>
                  <a:schemeClr val="bg1"/>
                </a:solidFill>
                <a:uFillTx/>
                <a:latin typeface="Arial"/>
                <a:ea typeface="Bierstadt"/>
                <a:cs typeface="Bierstadt"/>
              </a:rPr>
              <a:t>Антипин</a:t>
            </a:r>
            <a:r>
              <a:rPr lang="ru-RU" sz="1800" b="0" i="0" u="none" strike="noStrike" kern="1200" cap="none" spc="0" baseline="0" dirty="0">
                <a:solidFill>
                  <a:schemeClr val="bg1"/>
                </a:solidFill>
                <a:uFillTx/>
                <a:latin typeface="Arial"/>
                <a:ea typeface="Bierstadt"/>
                <a:cs typeface="Bierstadt"/>
              </a:rPr>
              <a:t> Д.К., ИТ-8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chemeClr val="bg1"/>
                </a:solidFill>
                <a:uFillTx/>
                <a:latin typeface="Arial"/>
                <a:ea typeface="PermianSansTypeface"/>
                <a:cs typeface="Arial"/>
              </a:rPr>
              <a:t>Преподаватель: Шилина А.В.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84AB84DD-9FA2-BC09-B91A-0C85E884337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Дана строка, содержащая вложенные операции: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m(a, b) — поиск минимума из двух целых положительных чисел a и 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M(a, b) — поиск максимума из двух целых положительных чисел a и b</a:t>
            </a:r>
          </a:p>
          <a:p>
            <a:pPr algn="l"/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Операции могут быть вложены друг в друга. Аргументами могут быть только целые положительные числа или результат другой операции.</a:t>
            </a:r>
          </a:p>
          <a:p>
            <a:pPr algn="l"/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Требуется: вычислить значение выражения, используя собственноручно реализованную структуру данных «стек».</a:t>
            </a:r>
          </a:p>
          <a:p>
            <a:pPr marL="0" indent="0">
              <a:buNone/>
            </a:pPr>
            <a:br>
              <a:rPr lang="ru-RU" sz="1050" dirty="0"/>
            </a:br>
            <a:br>
              <a:rPr lang="ru-RU" sz="1400" dirty="0"/>
            </a:b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2ED27BF-43B0-20B7-1E25-097A4C4B96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5145" y="649425"/>
            <a:ext cx="11156951" cy="14636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ru-RU" dirty="0">
                <a:latin typeface="Arial"/>
              </a:rPr>
              <a:t>Постановка задачи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A52A6A7C-A76F-CBBE-5929-104EDB23AE8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Входные данные: строка без пробелов с операциями m(</a:t>
            </a:r>
            <a:r>
              <a:rPr lang="ru-RU" sz="1700" b="0" i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и M(</a:t>
            </a:r>
            <a:r>
              <a:rPr lang="ru-RU" sz="1700" b="0" i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аргументы — целые положительные числа.</a:t>
            </a:r>
          </a:p>
          <a:p>
            <a:pPr marL="0" indent="0" algn="l">
              <a:buNone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Ключевые операции: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Вычисление вложенных выражений через стек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Проверка допустимых символов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Проверка баланса скобок</a:t>
            </a:r>
          </a:p>
          <a:p>
            <a:pPr marL="0" indent="0" algn="l">
              <a:buNone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Ограничения: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Собственный класс </a:t>
            </a:r>
            <a:r>
              <a:rPr lang="ru-RU" sz="1700" b="0" i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endParaRPr lang="ru-RU" sz="1700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Стек на основе списка (LIFO)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Однопроходный разбор строки</a:t>
            </a:r>
          </a:p>
          <a:p>
            <a:pPr marL="0" indent="0">
              <a:buNone/>
            </a:pPr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Требования:</a:t>
            </a:r>
          </a:p>
          <a:p>
            <a:r>
              <a:rPr lang="ru-RU" sz="17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Пользовательский интерфейс</a:t>
            </a:r>
          </a:p>
          <a:p>
            <a:r>
              <a:rPr lang="ru-RU" sz="17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</a:t>
            </a:r>
            <a:r>
              <a:rPr lang="en-US" sz="17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ru-RU" sz="1700" dirty="0" err="1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Спаггети</a:t>
            </a:r>
            <a:r>
              <a:rPr lang="ru-RU" sz="17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-код</a:t>
            </a:r>
            <a:r>
              <a:rPr lang="en-US" sz="17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endParaRPr lang="ru-RU" sz="1700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D0076F7-AF3B-06EE-661E-902C87E349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045" y="777870"/>
            <a:ext cx="11156951" cy="14636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ru-RU" dirty="0">
                <a:latin typeface="Arial"/>
              </a:rPr>
              <a:t>Требования к функционалу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F89FD-F613-8048-560C-5C1D0CEB7A1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 sz="4000"/>
              <a:t>Организация файлов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C22B86-7FAD-7CFA-C1F2-0DFE318D9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4177" y="1818586"/>
            <a:ext cx="6387349" cy="4229099"/>
          </a:xfrm>
        </p:spPr>
        <p:txBody>
          <a:bodyPr/>
          <a:lstStyle/>
          <a:p>
            <a:pPr marL="0" lvl="0" indent="0">
              <a:buNone/>
            </a:pPr>
            <a:endParaRPr lang="en-GB" sz="2000" dirty="0">
              <a:latin typeface="Arial" pitchFamily="34"/>
              <a:cs typeface="Arial" pitchFamily="34"/>
            </a:endParaRPr>
          </a:p>
          <a:p>
            <a:pPr lvl="0"/>
            <a:r>
              <a:rPr lang="ru-RU" sz="2000" dirty="0">
                <a:latin typeface="Arial" pitchFamily="34"/>
                <a:cs typeface="Arial" pitchFamily="34"/>
              </a:rPr>
              <a:t>Модули:​</a:t>
            </a:r>
          </a:p>
          <a:p>
            <a:pPr lvl="1"/>
            <a:r>
              <a:rPr lang="ru-RU" sz="2000" dirty="0">
                <a:latin typeface="Arial" pitchFamily="34"/>
                <a:cs typeface="Arial" pitchFamily="34"/>
              </a:rPr>
              <a:t>main.py: Интерфейс и работа с файлами. Реализация проверок на корректность ввода пользователя​</a:t>
            </a:r>
          </a:p>
          <a:p>
            <a:pPr lvl="1"/>
            <a:r>
              <a:rPr lang="en-US" sz="2000" dirty="0">
                <a:latin typeface="Arial" pitchFamily="34"/>
                <a:cs typeface="Arial" pitchFamily="34"/>
              </a:rPr>
              <a:t>stack</a:t>
            </a:r>
            <a:r>
              <a:rPr lang="en-GB" sz="2000" dirty="0">
                <a:latin typeface="Arial" pitchFamily="34"/>
                <a:cs typeface="Arial" pitchFamily="34"/>
              </a:rPr>
              <a:t>.py: </a:t>
            </a:r>
            <a:r>
              <a:rPr lang="ru-RU" sz="2000" dirty="0">
                <a:latin typeface="Arial" pitchFamily="34"/>
                <a:cs typeface="Arial" pitchFamily="34"/>
              </a:rPr>
              <a:t>Основные функции программы. Реализация стека и логики программы.</a:t>
            </a:r>
            <a:br>
              <a:rPr lang="ru-RU" sz="2000" dirty="0">
                <a:latin typeface="Arial" pitchFamily="34"/>
                <a:cs typeface="Arial" pitchFamily="34"/>
              </a:rPr>
            </a:br>
            <a:endParaRPr lang="ru-RU" sz="2000" dirty="0">
              <a:latin typeface="Arial" pitchFamily="34"/>
              <a:cs typeface="Arial" pitchFamily="34"/>
            </a:endParaRPr>
          </a:p>
          <a:p>
            <a:pPr marL="457200" lvl="1" indent="0">
              <a:buNone/>
            </a:pPr>
            <a:r>
              <a:rPr lang="ru-RU" sz="2000" dirty="0">
                <a:latin typeface="Arial" pitchFamily="34"/>
                <a:cs typeface="Arial" pitchFamily="34"/>
              </a:rPr>
              <a:t>Модуль(</a:t>
            </a:r>
            <a:r>
              <a:rPr lang="en-US" sz="2000" dirty="0">
                <a:latin typeface="Arial" pitchFamily="34"/>
                <a:cs typeface="Arial" pitchFamily="34"/>
              </a:rPr>
              <a:t>stack.py -&gt; evaluate</a:t>
            </a:r>
            <a:r>
              <a:rPr lang="ru-RU" sz="2000" dirty="0">
                <a:latin typeface="Arial" pitchFamily="34"/>
                <a:cs typeface="Arial" pitchFamily="34"/>
              </a:rPr>
              <a:t>) подключаются напрямую</a:t>
            </a:r>
            <a:r>
              <a:rPr lang="en-US" sz="2000" dirty="0">
                <a:latin typeface="Arial" pitchFamily="34"/>
                <a:cs typeface="Arial" pitchFamily="34"/>
              </a:rPr>
              <a:t> </a:t>
            </a:r>
            <a:r>
              <a:rPr lang="ru-RU" sz="2000" dirty="0">
                <a:latin typeface="Arial" pitchFamily="34"/>
                <a:cs typeface="Arial" pitchFamily="34"/>
              </a:rPr>
              <a:t>в </a:t>
            </a:r>
            <a:r>
              <a:rPr lang="en-US" sz="2000" dirty="0">
                <a:latin typeface="Arial" pitchFamily="34"/>
                <a:cs typeface="Arial" pitchFamily="34"/>
              </a:rPr>
              <a:t>main.py</a:t>
            </a:r>
            <a:endParaRPr lang="ru-RU" sz="2000" dirty="0">
              <a:latin typeface="Arial" pitchFamily="34"/>
              <a:cs typeface="Arial" pitchFamily="34"/>
            </a:endParaRPr>
          </a:p>
          <a:p>
            <a:pPr marL="0" lv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F94698-1B95-4C98-4193-D86183575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271" y="4869907"/>
            <a:ext cx="4085849" cy="320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669AFF2E-6B63-1322-93D1-8F5EA016089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Однопроходный разбор строки слева направо.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Символы m и M помещаются в стек.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Числа извлекаются полностью и помещаются в стек.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 встрече ) из стека берутся два числа и операция, выполняется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результат обратно в стек.</a:t>
            </a:r>
          </a:p>
          <a:p>
            <a:pPr algn="l">
              <a:buFont typeface="+mj-lt"/>
              <a:buAutoNum type="arabicPeriod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конце в стеке остается ответ.</a:t>
            </a:r>
          </a:p>
          <a:p>
            <a:pPr algn="l"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Сложность функции – О(</a:t>
            </a:r>
            <a:r>
              <a:rPr lang="en-US" sz="20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u-RU" sz="20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ru-RU" sz="2000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endParaRPr lang="ru-RU" sz="1400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B70E0BA-4CF2-EE8E-572B-C00DACABD2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045" y="709400"/>
            <a:ext cx="11156951" cy="14636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ru-RU" dirty="0">
                <a:latin typeface="Arial"/>
              </a:rPr>
              <a:t>Алгоритм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98B13D-16BC-3DE7-39C3-DBEE8FBF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C78761-98B4-F196-CD3A-E7412E819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705" y="1938578"/>
            <a:ext cx="10515600" cy="422909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Представление в виде </a:t>
            </a:r>
          </a:p>
          <a:p>
            <a:pPr marL="0" indent="0">
              <a:buNone/>
            </a:pPr>
            <a:r>
              <a:rPr lang="ru-RU" dirty="0"/>
              <a:t>псевдокода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EC092E4-A28C-A676-725C-D7FC2E90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38578"/>
            <a:ext cx="2643466" cy="46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32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9C6D3-5039-F825-3F06-79DA6D90B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73504"/>
            <a:ext cx="10515600" cy="1325559"/>
          </a:xfrm>
        </p:spPr>
        <p:txBody>
          <a:bodyPr/>
          <a:lstStyle/>
          <a:p>
            <a:pPr lvl="0"/>
            <a:r>
              <a:rPr lang="ru-RU" sz="4000">
                <a:latin typeface="Arial" pitchFamily="34"/>
                <a:cs typeface="Arial" pitchFamily="34"/>
              </a:rPr>
              <a:t>Пользовательский интерфейс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A3A320-3A98-40C4-8F86-32F4FA0F6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137" y="3124584"/>
            <a:ext cx="3581900" cy="192431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39052D4-787B-524E-C9FA-7627410AD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068" y="3124584"/>
            <a:ext cx="3810532" cy="2048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91D10-0397-C721-414F-4BFA851650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46228"/>
            <a:ext cx="10515600" cy="1327553"/>
          </a:xfrm>
        </p:spPr>
        <p:txBody>
          <a:bodyPr/>
          <a:lstStyle/>
          <a:p>
            <a:pPr lvl="0"/>
            <a:r>
              <a:rPr lang="ru-RU" sz="4000" dirty="0"/>
              <a:t>Пример работы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9CBCCD-B26F-CDB5-DF3F-C2E70C3E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870" y="2154613"/>
            <a:ext cx="3848637" cy="22101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E871FB2A-D6EA-0BD5-32A1-748C37EA866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85337" y="564224"/>
            <a:ext cx="10321033" cy="12916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ru-RU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работы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3179958-091A-47B5-6CD9-69C4CA7EC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7" y="2091118"/>
            <a:ext cx="3553321" cy="213389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BB11F5D-40DC-5266-4861-83FC66C52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271" y="2148276"/>
            <a:ext cx="3639058" cy="2076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E8011DC5-2FB5-DE89-3BD3-F1B6ECB4AF2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690602"/>
            <a:ext cx="10515600" cy="1265035"/>
          </a:xfrm>
        </p:spPr>
        <p:txBody>
          <a:bodyPr/>
          <a:lstStyle/>
          <a:p>
            <a:pPr marL="0" lvl="0" indent="0">
              <a:lnSpc>
                <a:spcPct val="90000"/>
              </a:lnSpc>
              <a:buNone/>
            </a:pPr>
            <a:r>
              <a:rPr lang="ru-RU" sz="4000" dirty="0">
                <a:solidFill>
                  <a:schemeClr val="bg1"/>
                </a:solidFill>
              </a:rPr>
              <a:t>Пример работы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74E5917-1477-8325-BC36-BE65EEC9F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40" y="1955637"/>
            <a:ext cx="4191585" cy="209579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F2264A0-DF30-F6B2-4543-D9E180AA3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915" y="1955637"/>
            <a:ext cx="4305901" cy="21624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10755-22C4-628F-C01C-C0004ED24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045" y="658294"/>
            <a:ext cx="11156951" cy="14636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ru-RU" sz="4400" dirty="0"/>
              <a:t>Пример работы</a:t>
            </a:r>
            <a:endParaRPr lang="ru-RU" dirty="0">
              <a:latin typeface="Arial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C3526A4-6837-862C-B9D3-F21FFC167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865" y="2818111"/>
            <a:ext cx="4105848" cy="221010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1F5FBC2-CBF0-1FF5-E561-A1442BA1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823" y="2903848"/>
            <a:ext cx="4629796" cy="21243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F84BC-48BD-1188-548C-7F54DBD5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Пример работы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AB0EBE-9099-62C0-C788-3D9E2F7B8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6281"/>
            <a:ext cx="4039164" cy="21243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B0885B-BD58-D7F5-8FDD-4CCCF7409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430" y="2359322"/>
            <a:ext cx="3610479" cy="332468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42D680-C1B7-3352-A02A-73F53AEAF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208" y="2857881"/>
            <a:ext cx="381053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03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D345124E-4920-73B2-04B9-F3358E601EC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921799"/>
            <a:ext cx="10515600" cy="4229099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Алгоритм вычисляет выражение за один проход по строке, без построения дерева разбора.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Стек работает по принципу LIFO: операции и числа складываются, при закрывающей скобке выполняется самая вложенная операция первой.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Программа проверяет ввод: недопустимые символы, баланс скобок, пустая строка.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Сделано удобное меню с подсказками.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Код разбит на два модуля: stack.py и main</a:t>
            </a:r>
            <a:r>
              <a:rPr lang="ru-RU" sz="2000" b="0" i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.py.</a:t>
            </a:r>
            <a:endParaRPr lang="ru-RU" sz="2000" b="0" i="0" dirty="0">
              <a:solidFill>
                <a:srgbClr val="0F111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ru-RU" sz="20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рограмма корректно вычисляет вложенные выражения с операциями минимума и максимума. Все тесты пройдены, ошибок нет. </a:t>
            </a:r>
            <a:br>
              <a:rPr lang="ru-RU" sz="1400" dirty="0"/>
            </a:br>
            <a:endParaRPr lang="ru-RU" sz="2000" dirty="0">
              <a:latin typeface="Arial"/>
              <a:cs typeface="Arial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F37CBAB-56B7-C10F-507F-91F6BB452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045" y="977895"/>
            <a:ext cx="11156951" cy="14636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ru-RU" dirty="0">
                <a:latin typeface="Arial"/>
              </a:rPr>
              <a:t>Итоги работы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389</Words>
  <Application>Microsoft Office PowerPoint</Application>
  <PresentationFormat>Широкоэкранный</PresentationFormat>
  <Paragraphs>54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PermianSansTypeface</vt:lpstr>
      <vt:lpstr>PermianSerifTypeface</vt:lpstr>
      <vt:lpstr>Arial</vt:lpstr>
      <vt:lpstr>Calibri</vt:lpstr>
      <vt:lpstr>Тема1</vt:lpstr>
      <vt:lpstr>Индивидуальный проект </vt:lpstr>
      <vt:lpstr>Постановка задачи</vt:lpstr>
      <vt:lpstr>Требования к функционалу</vt:lpstr>
      <vt:lpstr>Организация файлов</vt:lpstr>
      <vt:lpstr>Алгоритм</vt:lpstr>
      <vt:lpstr>Алгоритм</vt:lpstr>
      <vt:lpstr>Пользовательский интерфейс</vt:lpstr>
      <vt:lpstr>Пример работы</vt:lpstr>
      <vt:lpstr>Презентация PowerPoint</vt:lpstr>
      <vt:lpstr>Презентация PowerPoint</vt:lpstr>
      <vt:lpstr>Пример работы</vt:lpstr>
      <vt:lpstr>Пример работы</vt:lpstr>
      <vt:lpstr>Итоги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Индивидуальный проект </dc:title>
  <dc:creator>Antipin</dc:creator>
  <cp:lastModifiedBy>Stalin Iosif</cp:lastModifiedBy>
  <cp:revision>205</cp:revision>
  <dcterms:created xsi:type="dcterms:W3CDTF">2026-01-13T12:36:33Z</dcterms:created>
  <dcterms:modified xsi:type="dcterms:W3CDTF">2026-06-22T14:35:30Z</dcterms:modified>
</cp:coreProperties>
</file>